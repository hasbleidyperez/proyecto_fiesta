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0" r:id="rId3"/>
    <p:sldId id="271" r:id="rId4"/>
    <p:sldId id="272" r:id="rId5"/>
    <p:sldId id="273" r:id="rId6"/>
    <p:sldId id="274" r:id="rId7"/>
    <p:sldId id="275" r:id="rId8"/>
    <p:sldId id="276" r:id="rId9"/>
    <p:sldId id="277" r:id="rId10"/>
    <p:sldId id="278" r:id="rId11"/>
    <p:sldId id="279" r:id="rId12"/>
    <p:sldId id="280" r:id="rId13"/>
    <p:sldId id="281"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Estilo claro 2 - Acento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4" autoAdjust="0"/>
    <p:restoredTop sz="94660"/>
  </p:normalViewPr>
  <p:slideViewPr>
    <p:cSldViewPr snapToGrid="0">
      <p:cViewPr>
        <p:scale>
          <a:sx n="64" d="100"/>
          <a:sy n="64" d="100"/>
        </p:scale>
        <p:origin x="142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AFAE88-A16C-8319-6074-DF70CD19EA2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EC2991B9-5CFF-88A7-6394-2752A87C6E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AE079713-6B71-E38D-B263-9F7CA01B3F30}"/>
              </a:ext>
            </a:extLst>
          </p:cNvPr>
          <p:cNvSpPr>
            <a:spLocks noGrp="1"/>
          </p:cNvSpPr>
          <p:nvPr>
            <p:ph type="dt" sz="half" idx="10"/>
          </p:nvPr>
        </p:nvSpPr>
        <p:spPr/>
        <p:txBody>
          <a:bodyPr/>
          <a:lstStyle/>
          <a:p>
            <a:fld id="{EA6C499A-38C2-4D18-8299-BE22B136F386}" type="datetimeFigureOut">
              <a:rPr lang="es-CO" smtClean="0"/>
              <a:t>24/05/2026</a:t>
            </a:fld>
            <a:endParaRPr lang="es-CO"/>
          </a:p>
        </p:txBody>
      </p:sp>
      <p:sp>
        <p:nvSpPr>
          <p:cNvPr id="5" name="Marcador de pie de página 4">
            <a:extLst>
              <a:ext uri="{FF2B5EF4-FFF2-40B4-BE49-F238E27FC236}">
                <a16:creationId xmlns:a16="http://schemas.microsoft.com/office/drawing/2014/main" id="{5FAB421D-4FA0-091E-9DCA-9B6E2566799D}"/>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2C52FB1-96BA-FC5D-D394-2C67D96B71BE}"/>
              </a:ext>
            </a:extLst>
          </p:cNvPr>
          <p:cNvSpPr>
            <a:spLocks noGrp="1"/>
          </p:cNvSpPr>
          <p:nvPr>
            <p:ph type="sldNum" sz="quarter" idx="12"/>
          </p:nvPr>
        </p:nvSpPr>
        <p:spPr/>
        <p:txBody>
          <a:bodyPr/>
          <a:lstStyle/>
          <a:p>
            <a:fld id="{40E1F949-205C-45E8-835B-06016FB9ABF0}" type="slidenum">
              <a:rPr lang="es-CO" smtClean="0"/>
              <a:t>‹Nº›</a:t>
            </a:fld>
            <a:endParaRPr lang="es-CO"/>
          </a:p>
        </p:txBody>
      </p:sp>
    </p:spTree>
    <p:extLst>
      <p:ext uri="{BB962C8B-B14F-4D97-AF65-F5344CB8AC3E}">
        <p14:creationId xmlns:p14="http://schemas.microsoft.com/office/powerpoint/2010/main" val="132360860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96AFA3-3A92-B96A-E7AE-4E5FB5E49AFE}"/>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9919FC84-8A05-2938-1B0E-A4B8620D94B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8994D290-7DA9-86AB-D5DC-D3AAE79BEAB1}"/>
              </a:ext>
            </a:extLst>
          </p:cNvPr>
          <p:cNvSpPr>
            <a:spLocks noGrp="1"/>
          </p:cNvSpPr>
          <p:nvPr>
            <p:ph type="dt" sz="half" idx="10"/>
          </p:nvPr>
        </p:nvSpPr>
        <p:spPr/>
        <p:txBody>
          <a:bodyPr/>
          <a:lstStyle/>
          <a:p>
            <a:fld id="{EA6C499A-38C2-4D18-8299-BE22B136F386}" type="datetimeFigureOut">
              <a:rPr lang="es-CO" smtClean="0"/>
              <a:t>24/05/2026</a:t>
            </a:fld>
            <a:endParaRPr lang="es-CO"/>
          </a:p>
        </p:txBody>
      </p:sp>
      <p:sp>
        <p:nvSpPr>
          <p:cNvPr id="5" name="Marcador de pie de página 4">
            <a:extLst>
              <a:ext uri="{FF2B5EF4-FFF2-40B4-BE49-F238E27FC236}">
                <a16:creationId xmlns:a16="http://schemas.microsoft.com/office/drawing/2014/main" id="{2D358E6F-6BC4-B944-5B74-4B65747D0E4D}"/>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D2E84453-2507-FC08-47F7-F3249DAF1190}"/>
              </a:ext>
            </a:extLst>
          </p:cNvPr>
          <p:cNvSpPr>
            <a:spLocks noGrp="1"/>
          </p:cNvSpPr>
          <p:nvPr>
            <p:ph type="sldNum" sz="quarter" idx="12"/>
          </p:nvPr>
        </p:nvSpPr>
        <p:spPr/>
        <p:txBody>
          <a:bodyPr/>
          <a:lstStyle/>
          <a:p>
            <a:fld id="{40E1F949-205C-45E8-835B-06016FB9ABF0}" type="slidenum">
              <a:rPr lang="es-CO" smtClean="0"/>
              <a:t>‹Nº›</a:t>
            </a:fld>
            <a:endParaRPr lang="es-CO"/>
          </a:p>
        </p:txBody>
      </p:sp>
    </p:spTree>
    <p:extLst>
      <p:ext uri="{BB962C8B-B14F-4D97-AF65-F5344CB8AC3E}">
        <p14:creationId xmlns:p14="http://schemas.microsoft.com/office/powerpoint/2010/main" val="370479642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54F1FF-5274-C30E-0BDD-27EB172541FB}"/>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C0574D60-07B0-A556-DD5C-87025195327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C55D66A9-A7BA-EED2-02BD-E31AD12129C9}"/>
              </a:ext>
            </a:extLst>
          </p:cNvPr>
          <p:cNvSpPr>
            <a:spLocks noGrp="1"/>
          </p:cNvSpPr>
          <p:nvPr>
            <p:ph type="dt" sz="half" idx="10"/>
          </p:nvPr>
        </p:nvSpPr>
        <p:spPr/>
        <p:txBody>
          <a:bodyPr/>
          <a:lstStyle/>
          <a:p>
            <a:fld id="{EA6C499A-38C2-4D18-8299-BE22B136F386}" type="datetimeFigureOut">
              <a:rPr lang="es-CO" smtClean="0"/>
              <a:t>24/05/2026</a:t>
            </a:fld>
            <a:endParaRPr lang="es-CO"/>
          </a:p>
        </p:txBody>
      </p:sp>
      <p:sp>
        <p:nvSpPr>
          <p:cNvPr id="5" name="Marcador de pie de página 4">
            <a:extLst>
              <a:ext uri="{FF2B5EF4-FFF2-40B4-BE49-F238E27FC236}">
                <a16:creationId xmlns:a16="http://schemas.microsoft.com/office/drawing/2014/main" id="{122F8819-1D91-4ACC-6C19-1FA2ABD01CED}"/>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FDF83C61-921A-2D30-73F6-829963006910}"/>
              </a:ext>
            </a:extLst>
          </p:cNvPr>
          <p:cNvSpPr>
            <a:spLocks noGrp="1"/>
          </p:cNvSpPr>
          <p:nvPr>
            <p:ph type="sldNum" sz="quarter" idx="12"/>
          </p:nvPr>
        </p:nvSpPr>
        <p:spPr/>
        <p:txBody>
          <a:bodyPr/>
          <a:lstStyle/>
          <a:p>
            <a:fld id="{40E1F949-205C-45E8-835B-06016FB9ABF0}" type="slidenum">
              <a:rPr lang="es-CO" smtClean="0"/>
              <a:t>‹Nº›</a:t>
            </a:fld>
            <a:endParaRPr lang="es-CO"/>
          </a:p>
        </p:txBody>
      </p:sp>
    </p:spTree>
    <p:extLst>
      <p:ext uri="{BB962C8B-B14F-4D97-AF65-F5344CB8AC3E}">
        <p14:creationId xmlns:p14="http://schemas.microsoft.com/office/powerpoint/2010/main" val="11608316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FC8DA4-C401-EB92-4599-1A24FDC7D35B}"/>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E825EDB-87E7-0D6A-85B7-E7691931B467}"/>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4C4F0DB3-F51B-25E8-2400-874225FE357A}"/>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8039DC06-4BE4-BAB2-D570-A0DBAC1792A2}"/>
              </a:ext>
            </a:extLst>
          </p:cNvPr>
          <p:cNvSpPr>
            <a:spLocks noGrp="1"/>
          </p:cNvSpPr>
          <p:nvPr>
            <p:ph type="dt" sz="half" idx="10"/>
          </p:nvPr>
        </p:nvSpPr>
        <p:spPr/>
        <p:txBody>
          <a:bodyPr/>
          <a:lstStyle/>
          <a:p>
            <a:fld id="{EA6C499A-38C2-4D18-8299-BE22B136F386}" type="datetimeFigureOut">
              <a:rPr lang="es-CO" smtClean="0"/>
              <a:t>24/05/2026</a:t>
            </a:fld>
            <a:endParaRPr lang="es-CO"/>
          </a:p>
        </p:txBody>
      </p:sp>
      <p:sp>
        <p:nvSpPr>
          <p:cNvPr id="6" name="Marcador de pie de página 5">
            <a:extLst>
              <a:ext uri="{FF2B5EF4-FFF2-40B4-BE49-F238E27FC236}">
                <a16:creationId xmlns:a16="http://schemas.microsoft.com/office/drawing/2014/main" id="{BFF6000A-EF22-2433-CA68-A0915B2F6047}"/>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1F835E6B-D7B3-C53C-10ED-C905FA330ACE}"/>
              </a:ext>
            </a:extLst>
          </p:cNvPr>
          <p:cNvSpPr>
            <a:spLocks noGrp="1"/>
          </p:cNvSpPr>
          <p:nvPr>
            <p:ph type="sldNum" sz="quarter" idx="12"/>
          </p:nvPr>
        </p:nvSpPr>
        <p:spPr/>
        <p:txBody>
          <a:bodyPr/>
          <a:lstStyle/>
          <a:p>
            <a:fld id="{40E1F949-205C-45E8-835B-06016FB9ABF0}" type="slidenum">
              <a:rPr lang="es-CO" smtClean="0"/>
              <a:t>‹Nº›</a:t>
            </a:fld>
            <a:endParaRPr lang="es-CO"/>
          </a:p>
        </p:txBody>
      </p:sp>
    </p:spTree>
    <p:extLst>
      <p:ext uri="{BB962C8B-B14F-4D97-AF65-F5344CB8AC3E}">
        <p14:creationId xmlns:p14="http://schemas.microsoft.com/office/powerpoint/2010/main" val="132835903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67454A-C92C-C5B6-A77D-F990574B7773}"/>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6C39AA4D-3927-36E6-3315-EDBF34F120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38915B0-BF44-20A5-DABD-18DF1E5B0B99}"/>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AD58424E-938A-2118-F15F-98A5334C3C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1B7B7BC4-CA80-61D7-72DA-B11AAA658555}"/>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722262AC-5AE9-DEF4-733E-2A2121227A7F}"/>
              </a:ext>
            </a:extLst>
          </p:cNvPr>
          <p:cNvSpPr>
            <a:spLocks noGrp="1"/>
          </p:cNvSpPr>
          <p:nvPr>
            <p:ph type="dt" sz="half" idx="10"/>
          </p:nvPr>
        </p:nvSpPr>
        <p:spPr/>
        <p:txBody>
          <a:bodyPr/>
          <a:lstStyle/>
          <a:p>
            <a:fld id="{EA6C499A-38C2-4D18-8299-BE22B136F386}" type="datetimeFigureOut">
              <a:rPr lang="es-CO" smtClean="0"/>
              <a:t>24/05/2026</a:t>
            </a:fld>
            <a:endParaRPr lang="es-CO"/>
          </a:p>
        </p:txBody>
      </p:sp>
      <p:sp>
        <p:nvSpPr>
          <p:cNvPr id="8" name="Marcador de pie de página 7">
            <a:extLst>
              <a:ext uri="{FF2B5EF4-FFF2-40B4-BE49-F238E27FC236}">
                <a16:creationId xmlns:a16="http://schemas.microsoft.com/office/drawing/2014/main" id="{0377FC22-0A2B-C881-B256-3704C0881053}"/>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4A9B472D-7E73-2564-04FE-CE17D13CA810}"/>
              </a:ext>
            </a:extLst>
          </p:cNvPr>
          <p:cNvSpPr>
            <a:spLocks noGrp="1"/>
          </p:cNvSpPr>
          <p:nvPr>
            <p:ph type="sldNum" sz="quarter" idx="12"/>
          </p:nvPr>
        </p:nvSpPr>
        <p:spPr/>
        <p:txBody>
          <a:bodyPr/>
          <a:lstStyle/>
          <a:p>
            <a:fld id="{40E1F949-205C-45E8-835B-06016FB9ABF0}" type="slidenum">
              <a:rPr lang="es-CO" smtClean="0"/>
              <a:t>‹Nº›</a:t>
            </a:fld>
            <a:endParaRPr lang="es-CO"/>
          </a:p>
        </p:txBody>
      </p:sp>
    </p:spTree>
    <p:extLst>
      <p:ext uri="{BB962C8B-B14F-4D97-AF65-F5344CB8AC3E}">
        <p14:creationId xmlns:p14="http://schemas.microsoft.com/office/powerpoint/2010/main" val="597176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BBEFF3-7642-B4C1-F1B9-B06E37F8F41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F9F074A1-AEE9-DD90-0B7D-D6A497628EC0}"/>
              </a:ext>
            </a:extLst>
          </p:cNvPr>
          <p:cNvSpPr>
            <a:spLocks noGrp="1"/>
          </p:cNvSpPr>
          <p:nvPr>
            <p:ph type="dt" sz="half" idx="10"/>
          </p:nvPr>
        </p:nvSpPr>
        <p:spPr/>
        <p:txBody>
          <a:bodyPr/>
          <a:lstStyle/>
          <a:p>
            <a:fld id="{EA6C499A-38C2-4D18-8299-BE22B136F386}" type="datetimeFigureOut">
              <a:rPr lang="es-CO" smtClean="0"/>
              <a:t>24/05/2026</a:t>
            </a:fld>
            <a:endParaRPr lang="es-CO"/>
          </a:p>
        </p:txBody>
      </p:sp>
      <p:sp>
        <p:nvSpPr>
          <p:cNvPr id="4" name="Marcador de pie de página 3">
            <a:extLst>
              <a:ext uri="{FF2B5EF4-FFF2-40B4-BE49-F238E27FC236}">
                <a16:creationId xmlns:a16="http://schemas.microsoft.com/office/drawing/2014/main" id="{AC923DC4-2E6B-178C-AC65-D92619105A18}"/>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96409BD4-6AF9-9966-9982-CF31962631EA}"/>
              </a:ext>
            </a:extLst>
          </p:cNvPr>
          <p:cNvSpPr>
            <a:spLocks noGrp="1"/>
          </p:cNvSpPr>
          <p:nvPr>
            <p:ph type="sldNum" sz="quarter" idx="12"/>
          </p:nvPr>
        </p:nvSpPr>
        <p:spPr/>
        <p:txBody>
          <a:bodyPr/>
          <a:lstStyle/>
          <a:p>
            <a:fld id="{40E1F949-205C-45E8-835B-06016FB9ABF0}" type="slidenum">
              <a:rPr lang="es-CO" smtClean="0"/>
              <a:t>‹Nº›</a:t>
            </a:fld>
            <a:endParaRPr lang="es-CO"/>
          </a:p>
        </p:txBody>
      </p:sp>
    </p:spTree>
    <p:extLst>
      <p:ext uri="{BB962C8B-B14F-4D97-AF65-F5344CB8AC3E}">
        <p14:creationId xmlns:p14="http://schemas.microsoft.com/office/powerpoint/2010/main" val="349733135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42F2B34-8985-D0C1-1A9A-E0A3333E8DBB}"/>
              </a:ext>
            </a:extLst>
          </p:cNvPr>
          <p:cNvSpPr>
            <a:spLocks noGrp="1"/>
          </p:cNvSpPr>
          <p:nvPr>
            <p:ph type="dt" sz="half" idx="10"/>
          </p:nvPr>
        </p:nvSpPr>
        <p:spPr/>
        <p:txBody>
          <a:bodyPr/>
          <a:lstStyle/>
          <a:p>
            <a:fld id="{EA6C499A-38C2-4D18-8299-BE22B136F386}" type="datetimeFigureOut">
              <a:rPr lang="es-CO" smtClean="0"/>
              <a:t>24/05/2026</a:t>
            </a:fld>
            <a:endParaRPr lang="es-CO"/>
          </a:p>
        </p:txBody>
      </p:sp>
      <p:sp>
        <p:nvSpPr>
          <p:cNvPr id="3" name="Marcador de pie de página 2">
            <a:extLst>
              <a:ext uri="{FF2B5EF4-FFF2-40B4-BE49-F238E27FC236}">
                <a16:creationId xmlns:a16="http://schemas.microsoft.com/office/drawing/2014/main" id="{B09696BF-F1DC-01D1-0981-CC48AB96A0AE}"/>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3DE4D7C7-6F38-B341-34CC-4E78A16817DB}"/>
              </a:ext>
            </a:extLst>
          </p:cNvPr>
          <p:cNvSpPr>
            <a:spLocks noGrp="1"/>
          </p:cNvSpPr>
          <p:nvPr>
            <p:ph type="sldNum" sz="quarter" idx="12"/>
          </p:nvPr>
        </p:nvSpPr>
        <p:spPr/>
        <p:txBody>
          <a:bodyPr/>
          <a:lstStyle/>
          <a:p>
            <a:fld id="{40E1F949-205C-45E8-835B-06016FB9ABF0}" type="slidenum">
              <a:rPr lang="es-CO" smtClean="0"/>
              <a:t>‹Nº›</a:t>
            </a:fld>
            <a:endParaRPr lang="es-CO"/>
          </a:p>
        </p:txBody>
      </p:sp>
    </p:spTree>
    <p:extLst>
      <p:ext uri="{BB962C8B-B14F-4D97-AF65-F5344CB8AC3E}">
        <p14:creationId xmlns:p14="http://schemas.microsoft.com/office/powerpoint/2010/main" val="360341253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3C33BF-8485-B59E-1F4E-385F3F4DAEC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1ED12D30-CA0C-0C9C-D336-C5F8759158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B4973EDE-7AE3-CDFC-9ECF-9B3977EDC0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ED6F950-D351-D85F-E882-FE29AC429A67}"/>
              </a:ext>
            </a:extLst>
          </p:cNvPr>
          <p:cNvSpPr>
            <a:spLocks noGrp="1"/>
          </p:cNvSpPr>
          <p:nvPr>
            <p:ph type="dt" sz="half" idx="10"/>
          </p:nvPr>
        </p:nvSpPr>
        <p:spPr/>
        <p:txBody>
          <a:bodyPr/>
          <a:lstStyle/>
          <a:p>
            <a:fld id="{EA6C499A-38C2-4D18-8299-BE22B136F386}" type="datetimeFigureOut">
              <a:rPr lang="es-CO" smtClean="0"/>
              <a:t>24/05/2026</a:t>
            </a:fld>
            <a:endParaRPr lang="es-CO"/>
          </a:p>
        </p:txBody>
      </p:sp>
      <p:sp>
        <p:nvSpPr>
          <p:cNvPr id="6" name="Marcador de pie de página 5">
            <a:extLst>
              <a:ext uri="{FF2B5EF4-FFF2-40B4-BE49-F238E27FC236}">
                <a16:creationId xmlns:a16="http://schemas.microsoft.com/office/drawing/2014/main" id="{3232A520-3F3C-ACCB-0217-11C63393A21B}"/>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107294AA-3605-9709-A90E-3AE9B319E1AA}"/>
              </a:ext>
            </a:extLst>
          </p:cNvPr>
          <p:cNvSpPr>
            <a:spLocks noGrp="1"/>
          </p:cNvSpPr>
          <p:nvPr>
            <p:ph type="sldNum" sz="quarter" idx="12"/>
          </p:nvPr>
        </p:nvSpPr>
        <p:spPr/>
        <p:txBody>
          <a:bodyPr/>
          <a:lstStyle/>
          <a:p>
            <a:fld id="{40E1F949-205C-45E8-835B-06016FB9ABF0}" type="slidenum">
              <a:rPr lang="es-CO" smtClean="0"/>
              <a:t>‹Nº›</a:t>
            </a:fld>
            <a:endParaRPr lang="es-CO"/>
          </a:p>
        </p:txBody>
      </p:sp>
    </p:spTree>
    <p:extLst>
      <p:ext uri="{BB962C8B-B14F-4D97-AF65-F5344CB8AC3E}">
        <p14:creationId xmlns:p14="http://schemas.microsoft.com/office/powerpoint/2010/main" val="391657977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B919BE-1305-C925-7AFF-0C14FF84684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6D57C28D-FF03-6B37-72A1-C9A1E4A0C4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B38C5230-629B-8A11-0F4E-D08C1B7C14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F4C414A-9BC4-38F6-9209-EC7EDF4EE061}"/>
              </a:ext>
            </a:extLst>
          </p:cNvPr>
          <p:cNvSpPr>
            <a:spLocks noGrp="1"/>
          </p:cNvSpPr>
          <p:nvPr>
            <p:ph type="dt" sz="half" idx="10"/>
          </p:nvPr>
        </p:nvSpPr>
        <p:spPr/>
        <p:txBody>
          <a:bodyPr/>
          <a:lstStyle/>
          <a:p>
            <a:fld id="{EA6C499A-38C2-4D18-8299-BE22B136F386}" type="datetimeFigureOut">
              <a:rPr lang="es-CO" smtClean="0"/>
              <a:t>24/05/2026</a:t>
            </a:fld>
            <a:endParaRPr lang="es-CO"/>
          </a:p>
        </p:txBody>
      </p:sp>
      <p:sp>
        <p:nvSpPr>
          <p:cNvPr id="6" name="Marcador de pie de página 5">
            <a:extLst>
              <a:ext uri="{FF2B5EF4-FFF2-40B4-BE49-F238E27FC236}">
                <a16:creationId xmlns:a16="http://schemas.microsoft.com/office/drawing/2014/main" id="{A9F407DF-8011-FAE4-04BB-AECD6DA0E8D6}"/>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82964D03-141B-9693-3392-CA348828F87A}"/>
              </a:ext>
            </a:extLst>
          </p:cNvPr>
          <p:cNvSpPr>
            <a:spLocks noGrp="1"/>
          </p:cNvSpPr>
          <p:nvPr>
            <p:ph type="sldNum" sz="quarter" idx="12"/>
          </p:nvPr>
        </p:nvSpPr>
        <p:spPr/>
        <p:txBody>
          <a:bodyPr/>
          <a:lstStyle/>
          <a:p>
            <a:fld id="{40E1F949-205C-45E8-835B-06016FB9ABF0}" type="slidenum">
              <a:rPr lang="es-CO" smtClean="0"/>
              <a:t>‹Nº›</a:t>
            </a:fld>
            <a:endParaRPr lang="es-CO"/>
          </a:p>
        </p:txBody>
      </p:sp>
    </p:spTree>
    <p:extLst>
      <p:ext uri="{BB962C8B-B14F-4D97-AF65-F5344CB8AC3E}">
        <p14:creationId xmlns:p14="http://schemas.microsoft.com/office/powerpoint/2010/main" val="229309798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F4334D-8DC9-B445-C965-AC0D8DDBD27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87CC7652-3368-2BBA-E28A-8D8B8B97B47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86B6C0C-3FA3-13A0-78C4-817E54E6BB61}"/>
              </a:ext>
            </a:extLst>
          </p:cNvPr>
          <p:cNvSpPr>
            <a:spLocks noGrp="1"/>
          </p:cNvSpPr>
          <p:nvPr>
            <p:ph type="dt" sz="half" idx="10"/>
          </p:nvPr>
        </p:nvSpPr>
        <p:spPr/>
        <p:txBody>
          <a:bodyPr/>
          <a:lstStyle/>
          <a:p>
            <a:fld id="{EA6C499A-38C2-4D18-8299-BE22B136F386}" type="datetimeFigureOut">
              <a:rPr lang="es-CO" smtClean="0"/>
              <a:t>24/05/2026</a:t>
            </a:fld>
            <a:endParaRPr lang="es-CO"/>
          </a:p>
        </p:txBody>
      </p:sp>
      <p:sp>
        <p:nvSpPr>
          <p:cNvPr id="5" name="Marcador de pie de página 4">
            <a:extLst>
              <a:ext uri="{FF2B5EF4-FFF2-40B4-BE49-F238E27FC236}">
                <a16:creationId xmlns:a16="http://schemas.microsoft.com/office/drawing/2014/main" id="{F9156EFA-34AA-EC29-5348-70F59D1E1D7A}"/>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63669B59-129D-7923-4B89-909DE11EB47D}"/>
              </a:ext>
            </a:extLst>
          </p:cNvPr>
          <p:cNvSpPr>
            <a:spLocks noGrp="1"/>
          </p:cNvSpPr>
          <p:nvPr>
            <p:ph type="sldNum" sz="quarter" idx="12"/>
          </p:nvPr>
        </p:nvSpPr>
        <p:spPr/>
        <p:txBody>
          <a:bodyPr/>
          <a:lstStyle/>
          <a:p>
            <a:fld id="{40E1F949-205C-45E8-835B-06016FB9ABF0}" type="slidenum">
              <a:rPr lang="es-CO" smtClean="0"/>
              <a:t>‹Nº›</a:t>
            </a:fld>
            <a:endParaRPr lang="es-CO"/>
          </a:p>
        </p:txBody>
      </p:sp>
    </p:spTree>
    <p:extLst>
      <p:ext uri="{BB962C8B-B14F-4D97-AF65-F5344CB8AC3E}">
        <p14:creationId xmlns:p14="http://schemas.microsoft.com/office/powerpoint/2010/main" val="208778471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7D5E7EF-32A8-A833-360C-0C583ECF13B9}"/>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C34762A0-D81C-7FBE-5A07-D4FFA05EEAB8}"/>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18FC406B-C64D-E88D-4A2E-67C57ED21A0A}"/>
              </a:ext>
            </a:extLst>
          </p:cNvPr>
          <p:cNvSpPr>
            <a:spLocks noGrp="1"/>
          </p:cNvSpPr>
          <p:nvPr>
            <p:ph type="dt" sz="half" idx="10"/>
          </p:nvPr>
        </p:nvSpPr>
        <p:spPr/>
        <p:txBody>
          <a:bodyPr/>
          <a:lstStyle/>
          <a:p>
            <a:fld id="{EA6C499A-38C2-4D18-8299-BE22B136F386}" type="datetimeFigureOut">
              <a:rPr lang="es-CO" smtClean="0"/>
              <a:t>24/05/2026</a:t>
            </a:fld>
            <a:endParaRPr lang="es-CO"/>
          </a:p>
        </p:txBody>
      </p:sp>
      <p:sp>
        <p:nvSpPr>
          <p:cNvPr id="5" name="Marcador de pie de página 4">
            <a:extLst>
              <a:ext uri="{FF2B5EF4-FFF2-40B4-BE49-F238E27FC236}">
                <a16:creationId xmlns:a16="http://schemas.microsoft.com/office/drawing/2014/main" id="{34E8A733-E127-754A-F562-AFBBCAD902A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8097C6E-3D92-6CF9-CADC-2ABEBE54E5D1}"/>
              </a:ext>
            </a:extLst>
          </p:cNvPr>
          <p:cNvSpPr>
            <a:spLocks noGrp="1"/>
          </p:cNvSpPr>
          <p:nvPr>
            <p:ph type="sldNum" sz="quarter" idx="12"/>
          </p:nvPr>
        </p:nvSpPr>
        <p:spPr/>
        <p:txBody>
          <a:bodyPr/>
          <a:lstStyle/>
          <a:p>
            <a:fld id="{40E1F949-205C-45E8-835B-06016FB9ABF0}" type="slidenum">
              <a:rPr lang="es-CO" smtClean="0"/>
              <a:t>‹Nº›</a:t>
            </a:fld>
            <a:endParaRPr lang="es-CO"/>
          </a:p>
        </p:txBody>
      </p:sp>
    </p:spTree>
    <p:extLst>
      <p:ext uri="{BB962C8B-B14F-4D97-AF65-F5344CB8AC3E}">
        <p14:creationId xmlns:p14="http://schemas.microsoft.com/office/powerpoint/2010/main" val="220543802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E2991F5-E67E-F354-D155-D02E414150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10DEFCD6-B551-D9BC-5396-1BEF86C32E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555B213-0E64-FF70-5658-BA56154ECB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A6C499A-38C2-4D18-8299-BE22B136F386}" type="datetimeFigureOut">
              <a:rPr lang="es-CO" smtClean="0"/>
              <a:t>24/05/2026</a:t>
            </a:fld>
            <a:endParaRPr lang="es-CO"/>
          </a:p>
        </p:txBody>
      </p:sp>
      <p:sp>
        <p:nvSpPr>
          <p:cNvPr id="5" name="Marcador de pie de página 4">
            <a:extLst>
              <a:ext uri="{FF2B5EF4-FFF2-40B4-BE49-F238E27FC236}">
                <a16:creationId xmlns:a16="http://schemas.microsoft.com/office/drawing/2014/main" id="{2DAD13A6-72E3-C78B-B8B6-A4B74AC458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A6DF93AA-D031-F210-0335-11A9B3053C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0E1F949-205C-45E8-835B-06016FB9ABF0}" type="slidenum">
              <a:rPr lang="es-CO" smtClean="0"/>
              <a:t>‹Nº›</a:t>
            </a:fld>
            <a:endParaRPr lang="es-CO"/>
          </a:p>
        </p:txBody>
      </p:sp>
    </p:spTree>
    <p:extLst>
      <p:ext uri="{BB962C8B-B14F-4D97-AF65-F5344CB8AC3E}">
        <p14:creationId xmlns:p14="http://schemas.microsoft.com/office/powerpoint/2010/main" val="36357350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16.xml"/><Relationship Id="rId13" Type="http://schemas.openxmlformats.org/officeDocument/2006/relationships/image" Target="../media/image7.png"/><Relationship Id="rId3" Type="http://schemas.openxmlformats.org/officeDocument/2006/relationships/slide" Target="slide14.xml"/><Relationship Id="rId7" Type="http://schemas.openxmlformats.org/officeDocument/2006/relationships/image" Target="../media/image4.png"/><Relationship Id="rId12" Type="http://schemas.openxmlformats.org/officeDocument/2006/relationships/slide" Target="slide18.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 Target="slide15.xml"/><Relationship Id="rId11" Type="http://schemas.openxmlformats.org/officeDocument/2006/relationships/image" Target="../media/image6.png"/><Relationship Id="rId5" Type="http://schemas.openxmlformats.org/officeDocument/2006/relationships/image" Target="../media/image3.png"/><Relationship Id="rId10" Type="http://schemas.openxmlformats.org/officeDocument/2006/relationships/slide" Target="slide17.xml"/><Relationship Id="rId4" Type="http://schemas.openxmlformats.org/officeDocument/2006/relationships/image" Target="../media/image2.png"/><Relationship Id="rId9" Type="http://schemas.openxmlformats.org/officeDocument/2006/relationships/image" Target="../media/image5.png"/><Relationship Id="rId14" Type="http://schemas.openxmlformats.org/officeDocument/2006/relationships/slide" Target="slide19.xml"/></Relationships>
</file>

<file path=ppt/slides/_rels/slide2.xml.rels><?xml version="1.0" encoding="UTF-8" standalone="yes"?>
<Relationships xmlns="http://schemas.openxmlformats.org/package/2006/relationships"><Relationship Id="rId8" Type="http://schemas.openxmlformats.org/officeDocument/2006/relationships/slide" Target="slide16.xml"/><Relationship Id="rId13" Type="http://schemas.openxmlformats.org/officeDocument/2006/relationships/image" Target="../media/image7.png"/><Relationship Id="rId3" Type="http://schemas.openxmlformats.org/officeDocument/2006/relationships/slide" Target="slide14.xml"/><Relationship Id="rId7" Type="http://schemas.openxmlformats.org/officeDocument/2006/relationships/image" Target="../media/image4.png"/><Relationship Id="rId12" Type="http://schemas.openxmlformats.org/officeDocument/2006/relationships/slide" Target="slide18.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 Target="slide15.xml"/><Relationship Id="rId11" Type="http://schemas.openxmlformats.org/officeDocument/2006/relationships/image" Target="../media/image6.png"/><Relationship Id="rId5" Type="http://schemas.openxmlformats.org/officeDocument/2006/relationships/image" Target="../media/image3.png"/><Relationship Id="rId10" Type="http://schemas.openxmlformats.org/officeDocument/2006/relationships/slide" Target="slide17.xml"/><Relationship Id="rId4" Type="http://schemas.openxmlformats.org/officeDocument/2006/relationships/image" Target="../media/image2.png"/><Relationship Id="rId9" Type="http://schemas.openxmlformats.org/officeDocument/2006/relationships/image" Target="../media/image5.png"/><Relationship Id="rId14" Type="http://schemas.openxmlformats.org/officeDocument/2006/relationships/slide" Target="slide19.xml"/></Relationships>
</file>

<file path=ppt/slides/_rels/slide3.xml.rels><?xml version="1.0" encoding="UTF-8" standalone="yes"?>
<Relationships xmlns="http://schemas.openxmlformats.org/package/2006/relationships"><Relationship Id="rId8" Type="http://schemas.openxmlformats.org/officeDocument/2006/relationships/slide" Target="slide15.xml"/><Relationship Id="rId13" Type="http://schemas.openxmlformats.org/officeDocument/2006/relationships/image" Target="../media/image7.png"/><Relationship Id="rId3" Type="http://schemas.openxmlformats.org/officeDocument/2006/relationships/slide" Target="slide14.xml"/><Relationship Id="rId7" Type="http://schemas.openxmlformats.org/officeDocument/2006/relationships/image" Target="../media/image3.png"/><Relationship Id="rId12" Type="http://schemas.openxmlformats.org/officeDocument/2006/relationships/slide" Target="slide18.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 Target="slide16.xml"/><Relationship Id="rId11" Type="http://schemas.openxmlformats.org/officeDocument/2006/relationships/image" Target="../media/image6.png"/><Relationship Id="rId5" Type="http://schemas.openxmlformats.org/officeDocument/2006/relationships/image" Target="../media/image8.png"/><Relationship Id="rId10" Type="http://schemas.openxmlformats.org/officeDocument/2006/relationships/slide" Target="slide17.xml"/><Relationship Id="rId4" Type="http://schemas.openxmlformats.org/officeDocument/2006/relationships/image" Target="../media/image2.png"/><Relationship Id="rId9" Type="http://schemas.openxmlformats.org/officeDocument/2006/relationships/image" Target="../media/image5.png"/><Relationship Id="rId14" Type="http://schemas.openxmlformats.org/officeDocument/2006/relationships/slide" Target="slide19.xml"/></Relationships>
</file>

<file path=ppt/slides/_rels/slide4.xml.rels><?xml version="1.0" encoding="UTF-8" standalone="yes"?>
<Relationships xmlns="http://schemas.openxmlformats.org/package/2006/relationships"><Relationship Id="rId8" Type="http://schemas.openxmlformats.org/officeDocument/2006/relationships/slide" Target="slide17.xml"/><Relationship Id="rId13" Type="http://schemas.openxmlformats.org/officeDocument/2006/relationships/image" Target="../media/image7.png"/><Relationship Id="rId3" Type="http://schemas.openxmlformats.org/officeDocument/2006/relationships/slide" Target="slide14.xml"/><Relationship Id="rId7" Type="http://schemas.openxmlformats.org/officeDocument/2006/relationships/image" Target="../media/image9.png"/><Relationship Id="rId12" Type="http://schemas.openxmlformats.org/officeDocument/2006/relationships/slide" Target="slide18.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 Target="slide16.xml"/><Relationship Id="rId11" Type="http://schemas.openxmlformats.org/officeDocument/2006/relationships/image" Target="../media/image6.png"/><Relationship Id="rId5" Type="http://schemas.openxmlformats.org/officeDocument/2006/relationships/image" Target="../media/image8.png"/><Relationship Id="rId10" Type="http://schemas.openxmlformats.org/officeDocument/2006/relationships/slide" Target="slide15.xml"/><Relationship Id="rId4" Type="http://schemas.openxmlformats.org/officeDocument/2006/relationships/image" Target="../media/image2.png"/><Relationship Id="rId9" Type="http://schemas.openxmlformats.org/officeDocument/2006/relationships/image" Target="../media/image3.png"/><Relationship Id="rId14" Type="http://schemas.openxmlformats.org/officeDocument/2006/relationships/slide" Target="slide19.xml"/></Relationships>
</file>

<file path=ppt/slides/_rels/slide5.xml.rels><?xml version="1.0" encoding="UTF-8" standalone="yes"?>
<Relationships xmlns="http://schemas.openxmlformats.org/package/2006/relationships"><Relationship Id="rId8" Type="http://schemas.openxmlformats.org/officeDocument/2006/relationships/slide" Target="slide17.xml"/><Relationship Id="rId13" Type="http://schemas.openxmlformats.org/officeDocument/2006/relationships/image" Target="../media/image7.png"/><Relationship Id="rId3" Type="http://schemas.openxmlformats.org/officeDocument/2006/relationships/slide" Target="slide14.xml"/><Relationship Id="rId7" Type="http://schemas.openxmlformats.org/officeDocument/2006/relationships/image" Target="../media/image9.png"/><Relationship Id="rId12" Type="http://schemas.openxmlformats.org/officeDocument/2006/relationships/slide" Target="slide15.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 Target="slide16.xml"/><Relationship Id="rId11" Type="http://schemas.openxmlformats.org/officeDocument/2006/relationships/image" Target="../media/image3.png"/><Relationship Id="rId5" Type="http://schemas.openxmlformats.org/officeDocument/2006/relationships/image" Target="../media/image8.png"/><Relationship Id="rId10" Type="http://schemas.openxmlformats.org/officeDocument/2006/relationships/slide" Target="slide18.xml"/><Relationship Id="rId4" Type="http://schemas.openxmlformats.org/officeDocument/2006/relationships/image" Target="../media/image2.png"/><Relationship Id="rId9" Type="http://schemas.openxmlformats.org/officeDocument/2006/relationships/image" Target="../media/image10.png"/><Relationship Id="rId14" Type="http://schemas.openxmlformats.org/officeDocument/2006/relationships/slide" Target="slide19.xml"/></Relationships>
</file>

<file path=ppt/slides/_rels/slide6.xml.rels><?xml version="1.0" encoding="UTF-8" standalone="yes"?>
<Relationships xmlns="http://schemas.openxmlformats.org/package/2006/relationships"><Relationship Id="rId8" Type="http://schemas.openxmlformats.org/officeDocument/2006/relationships/slide" Target="slide17.xml"/><Relationship Id="rId13" Type="http://schemas.openxmlformats.org/officeDocument/2006/relationships/image" Target="../media/image3.png"/><Relationship Id="rId3" Type="http://schemas.openxmlformats.org/officeDocument/2006/relationships/slide" Target="slide14.xml"/><Relationship Id="rId7" Type="http://schemas.openxmlformats.org/officeDocument/2006/relationships/image" Target="../media/image9.png"/><Relationship Id="rId12" Type="http://schemas.openxmlformats.org/officeDocument/2006/relationships/slide" Target="slide19.xml"/><Relationship Id="rId2" Type="http://schemas.openxmlformats.org/officeDocument/2006/relationships/image" Target="../media/image1.png"/><Relationship Id="rId16" Type="http://schemas.openxmlformats.org/officeDocument/2006/relationships/slide" Target="slide20.xml"/><Relationship Id="rId1" Type="http://schemas.openxmlformats.org/officeDocument/2006/relationships/slideLayout" Target="../slideLayouts/slideLayout1.xml"/><Relationship Id="rId6" Type="http://schemas.openxmlformats.org/officeDocument/2006/relationships/slide" Target="slide16.xml"/><Relationship Id="rId11" Type="http://schemas.openxmlformats.org/officeDocument/2006/relationships/image" Target="../media/image7.png"/><Relationship Id="rId5" Type="http://schemas.openxmlformats.org/officeDocument/2006/relationships/image" Target="../media/image8.png"/><Relationship Id="rId15" Type="http://schemas.openxmlformats.org/officeDocument/2006/relationships/image" Target="../media/image11.png"/><Relationship Id="rId10" Type="http://schemas.openxmlformats.org/officeDocument/2006/relationships/slide" Target="slide18.xml"/><Relationship Id="rId4" Type="http://schemas.openxmlformats.org/officeDocument/2006/relationships/image" Target="../media/image2.png"/><Relationship Id="rId9" Type="http://schemas.openxmlformats.org/officeDocument/2006/relationships/image" Target="../media/image10.png"/><Relationship Id="rId14" Type="http://schemas.openxmlformats.org/officeDocument/2006/relationships/slide" Target="slide15.xml"/></Relationships>
</file>

<file path=ppt/slides/_rels/slide7.xml.rels><?xml version="1.0" encoding="UTF-8" standalone="yes"?>
<Relationships xmlns="http://schemas.openxmlformats.org/package/2006/relationships"><Relationship Id="rId8" Type="http://schemas.openxmlformats.org/officeDocument/2006/relationships/slide" Target="slide19.xml"/><Relationship Id="rId13" Type="http://schemas.openxmlformats.org/officeDocument/2006/relationships/image" Target="../media/image14.png"/><Relationship Id="rId18" Type="http://schemas.openxmlformats.org/officeDocument/2006/relationships/slide" Target="slide25.xml"/><Relationship Id="rId3" Type="http://schemas.openxmlformats.org/officeDocument/2006/relationships/image" Target="../media/image11.png"/><Relationship Id="rId7" Type="http://schemas.openxmlformats.org/officeDocument/2006/relationships/image" Target="../media/image7.png"/><Relationship Id="rId12" Type="http://schemas.openxmlformats.org/officeDocument/2006/relationships/slide" Target="slide22.xml"/><Relationship Id="rId17" Type="http://schemas.openxmlformats.org/officeDocument/2006/relationships/image" Target="../media/image16.png"/><Relationship Id="rId2" Type="http://schemas.openxmlformats.org/officeDocument/2006/relationships/image" Target="../media/image2.png"/><Relationship Id="rId16" Type="http://schemas.openxmlformats.org/officeDocument/2006/relationships/slide" Target="slide24.xml"/><Relationship Id="rId20" Type="http://schemas.openxmlformats.org/officeDocument/2006/relationships/slide" Target="slide26.xml"/><Relationship Id="rId1" Type="http://schemas.openxmlformats.org/officeDocument/2006/relationships/slideLayout" Target="../slideLayouts/slideLayout1.xml"/><Relationship Id="rId6" Type="http://schemas.openxmlformats.org/officeDocument/2006/relationships/slide" Target="slide18.xml"/><Relationship Id="rId11" Type="http://schemas.openxmlformats.org/officeDocument/2006/relationships/image" Target="../media/image13.png"/><Relationship Id="rId5" Type="http://schemas.openxmlformats.org/officeDocument/2006/relationships/image" Target="../media/image10.png"/><Relationship Id="rId15" Type="http://schemas.openxmlformats.org/officeDocument/2006/relationships/image" Target="../media/image15.png"/><Relationship Id="rId10" Type="http://schemas.openxmlformats.org/officeDocument/2006/relationships/slide" Target="slide21.xml"/><Relationship Id="rId19" Type="http://schemas.openxmlformats.org/officeDocument/2006/relationships/image" Target="../media/image17.png"/><Relationship Id="rId4" Type="http://schemas.openxmlformats.org/officeDocument/2006/relationships/slide" Target="slide20.xml"/><Relationship Id="rId9" Type="http://schemas.openxmlformats.org/officeDocument/2006/relationships/image" Target="../media/image12.png"/><Relationship Id="rId14" Type="http://schemas.openxmlformats.org/officeDocument/2006/relationships/slide" Target="slide23.xml"/></Relationships>
</file>

<file path=ppt/slides/_rels/slide8.xml.rels><?xml version="1.0" encoding="UTF-8" standalone="yes"?>
<Relationships xmlns="http://schemas.openxmlformats.org/package/2006/relationships"><Relationship Id="rId8" Type="http://schemas.openxmlformats.org/officeDocument/2006/relationships/slide" Target="slide21.xml"/><Relationship Id="rId13" Type="http://schemas.openxmlformats.org/officeDocument/2006/relationships/image" Target="../media/image14.png"/><Relationship Id="rId18" Type="http://schemas.openxmlformats.org/officeDocument/2006/relationships/slide" Target="slide25.xml"/><Relationship Id="rId3" Type="http://schemas.openxmlformats.org/officeDocument/2006/relationships/image" Target="../media/image10.png"/><Relationship Id="rId7" Type="http://schemas.openxmlformats.org/officeDocument/2006/relationships/image" Target="../media/image12.png"/><Relationship Id="rId12" Type="http://schemas.openxmlformats.org/officeDocument/2006/relationships/slide" Target="slide22.xml"/><Relationship Id="rId17" Type="http://schemas.openxmlformats.org/officeDocument/2006/relationships/image" Target="../media/image16.png"/><Relationship Id="rId2" Type="http://schemas.openxmlformats.org/officeDocument/2006/relationships/image" Target="../media/image2.png"/><Relationship Id="rId16" Type="http://schemas.openxmlformats.org/officeDocument/2006/relationships/slide" Target="slide24.xml"/><Relationship Id="rId20" Type="http://schemas.openxmlformats.org/officeDocument/2006/relationships/slide" Target="slide26.xml"/><Relationship Id="rId1" Type="http://schemas.openxmlformats.org/officeDocument/2006/relationships/slideLayout" Target="../slideLayouts/slideLayout1.xml"/><Relationship Id="rId6" Type="http://schemas.openxmlformats.org/officeDocument/2006/relationships/slide" Target="slide20.xml"/><Relationship Id="rId11" Type="http://schemas.openxmlformats.org/officeDocument/2006/relationships/image" Target="../media/image13.png"/><Relationship Id="rId5" Type="http://schemas.openxmlformats.org/officeDocument/2006/relationships/image" Target="../media/image11.png"/><Relationship Id="rId15" Type="http://schemas.openxmlformats.org/officeDocument/2006/relationships/image" Target="../media/image15.png"/><Relationship Id="rId10" Type="http://schemas.openxmlformats.org/officeDocument/2006/relationships/slide" Target="slide19.xml"/><Relationship Id="rId19" Type="http://schemas.openxmlformats.org/officeDocument/2006/relationships/image" Target="../media/image17.png"/><Relationship Id="rId4" Type="http://schemas.openxmlformats.org/officeDocument/2006/relationships/slide" Target="slide18.xml"/><Relationship Id="rId9" Type="http://schemas.openxmlformats.org/officeDocument/2006/relationships/image" Target="../media/image7.png"/><Relationship Id="rId14" Type="http://schemas.openxmlformats.org/officeDocument/2006/relationships/slide" Target="slide23.xml"/></Relationships>
</file>

<file path=ppt/slides/_rels/slide9.xml.rels><?xml version="1.0" encoding="UTF-8" standalone="yes"?>
<Relationships xmlns="http://schemas.openxmlformats.org/package/2006/relationships"><Relationship Id="rId8" Type="http://schemas.openxmlformats.org/officeDocument/2006/relationships/slide" Target="slide21.xml"/><Relationship Id="rId13" Type="http://schemas.openxmlformats.org/officeDocument/2006/relationships/image" Target="../media/image14.png"/><Relationship Id="rId18" Type="http://schemas.openxmlformats.org/officeDocument/2006/relationships/slide" Target="slide25.xml"/><Relationship Id="rId3" Type="http://schemas.openxmlformats.org/officeDocument/2006/relationships/image" Target="../media/image10.png"/><Relationship Id="rId7" Type="http://schemas.openxmlformats.org/officeDocument/2006/relationships/image" Target="../media/image12.png"/><Relationship Id="rId12" Type="http://schemas.openxmlformats.org/officeDocument/2006/relationships/slide" Target="slide19.xml"/><Relationship Id="rId17" Type="http://schemas.openxmlformats.org/officeDocument/2006/relationships/image" Target="../media/image16.png"/><Relationship Id="rId2" Type="http://schemas.openxmlformats.org/officeDocument/2006/relationships/image" Target="../media/image2.png"/><Relationship Id="rId16" Type="http://schemas.openxmlformats.org/officeDocument/2006/relationships/slide" Target="slide24.xml"/><Relationship Id="rId20" Type="http://schemas.openxmlformats.org/officeDocument/2006/relationships/slide" Target="slide26.xml"/><Relationship Id="rId1" Type="http://schemas.openxmlformats.org/officeDocument/2006/relationships/slideLayout" Target="../slideLayouts/slideLayout1.xml"/><Relationship Id="rId6" Type="http://schemas.openxmlformats.org/officeDocument/2006/relationships/slide" Target="slide20.xml"/><Relationship Id="rId11" Type="http://schemas.openxmlformats.org/officeDocument/2006/relationships/image" Target="../media/image7.png"/><Relationship Id="rId5" Type="http://schemas.openxmlformats.org/officeDocument/2006/relationships/image" Target="../media/image11.png"/><Relationship Id="rId15" Type="http://schemas.openxmlformats.org/officeDocument/2006/relationships/image" Target="../media/image15.png"/><Relationship Id="rId10" Type="http://schemas.openxmlformats.org/officeDocument/2006/relationships/slide" Target="slide22.xml"/><Relationship Id="rId19" Type="http://schemas.openxmlformats.org/officeDocument/2006/relationships/image" Target="../media/image17.png"/><Relationship Id="rId4" Type="http://schemas.openxmlformats.org/officeDocument/2006/relationships/slide" Target="slide18.xml"/><Relationship Id="rId9" Type="http://schemas.openxmlformats.org/officeDocument/2006/relationships/image" Target="../media/image13.png"/><Relationship Id="rId14" Type="http://schemas.openxmlformats.org/officeDocument/2006/relationships/slide" Target="slide23.xml"/></Relationships>
</file>

<file path=ppt/slides/_rels/slide10.xml.rels><?xml version="1.0" encoding="UTF-8" standalone="yes"?>
<Relationships xmlns="http://schemas.openxmlformats.org/package/2006/relationships"><Relationship Id="rId8" Type="http://schemas.openxmlformats.org/officeDocument/2006/relationships/slide" Target="slide21.xml"/><Relationship Id="rId13" Type="http://schemas.openxmlformats.org/officeDocument/2006/relationships/image" Target="../media/image7.png"/><Relationship Id="rId18" Type="http://schemas.openxmlformats.org/officeDocument/2006/relationships/slide" Target="slide25.xml"/><Relationship Id="rId3" Type="http://schemas.openxmlformats.org/officeDocument/2006/relationships/image" Target="../media/image10.png"/><Relationship Id="rId7" Type="http://schemas.openxmlformats.org/officeDocument/2006/relationships/image" Target="../media/image12.png"/><Relationship Id="rId12" Type="http://schemas.openxmlformats.org/officeDocument/2006/relationships/slide" Target="slide23.xml"/><Relationship Id="rId17" Type="http://schemas.openxmlformats.org/officeDocument/2006/relationships/image" Target="../media/image16.png"/><Relationship Id="rId2" Type="http://schemas.openxmlformats.org/officeDocument/2006/relationships/image" Target="../media/image2.png"/><Relationship Id="rId16" Type="http://schemas.openxmlformats.org/officeDocument/2006/relationships/slide" Target="slide24.xml"/><Relationship Id="rId20" Type="http://schemas.openxmlformats.org/officeDocument/2006/relationships/slide" Target="slide26.xml"/><Relationship Id="rId1" Type="http://schemas.openxmlformats.org/officeDocument/2006/relationships/slideLayout" Target="../slideLayouts/slideLayout1.xml"/><Relationship Id="rId6" Type="http://schemas.openxmlformats.org/officeDocument/2006/relationships/slide" Target="slide20.xml"/><Relationship Id="rId11" Type="http://schemas.openxmlformats.org/officeDocument/2006/relationships/image" Target="../media/image14.png"/><Relationship Id="rId5" Type="http://schemas.openxmlformats.org/officeDocument/2006/relationships/image" Target="../media/image11.png"/><Relationship Id="rId15" Type="http://schemas.openxmlformats.org/officeDocument/2006/relationships/image" Target="../media/image15.png"/><Relationship Id="rId10" Type="http://schemas.openxmlformats.org/officeDocument/2006/relationships/slide" Target="slide22.xml"/><Relationship Id="rId19" Type="http://schemas.openxmlformats.org/officeDocument/2006/relationships/image" Target="../media/image17.png"/><Relationship Id="rId4" Type="http://schemas.openxmlformats.org/officeDocument/2006/relationships/slide" Target="slide18.xml"/><Relationship Id="rId9" Type="http://schemas.openxmlformats.org/officeDocument/2006/relationships/image" Target="../media/image13.png"/><Relationship Id="rId14" Type="http://schemas.openxmlformats.org/officeDocument/2006/relationships/slide" Target="slide19.xml"/></Relationships>
</file>

<file path=ppt/slides/_rels/slide11.xml.rels><?xml version="1.0" encoding="UTF-8" standalone="yes"?>
<Relationships xmlns="http://schemas.openxmlformats.org/package/2006/relationships"><Relationship Id="rId8" Type="http://schemas.openxmlformats.org/officeDocument/2006/relationships/slide" Target="slide22.xml"/><Relationship Id="rId13"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3.png"/><Relationship Id="rId12" Type="http://schemas.openxmlformats.org/officeDocument/2006/relationships/slide" Target="slide23.xml"/><Relationship Id="rId2" Type="http://schemas.openxmlformats.org/officeDocument/2006/relationships/image" Target="../media/image2.png"/><Relationship Id="rId16" Type="http://schemas.openxmlformats.org/officeDocument/2006/relationships/slide" Target="slide26.xml"/><Relationship Id="rId1" Type="http://schemas.openxmlformats.org/officeDocument/2006/relationships/slideLayout" Target="../slideLayouts/slideLayout1.xml"/><Relationship Id="rId6" Type="http://schemas.openxmlformats.org/officeDocument/2006/relationships/slide" Target="slide21.xml"/><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7.png"/><Relationship Id="rId10" Type="http://schemas.openxmlformats.org/officeDocument/2006/relationships/slide" Target="slide24.xml"/><Relationship Id="rId4" Type="http://schemas.openxmlformats.org/officeDocument/2006/relationships/slide" Target="slide20.xml"/><Relationship Id="rId9" Type="http://schemas.openxmlformats.org/officeDocument/2006/relationships/image" Target="../media/image15.png"/><Relationship Id="rId14" Type="http://schemas.openxmlformats.org/officeDocument/2006/relationships/slide" Target="slide25.xml"/></Relationships>
</file>

<file path=ppt/slides/_rels/slide12.xml.rels><?xml version="1.0" encoding="UTF-8" standalone="yes"?>
<Relationships xmlns="http://schemas.openxmlformats.org/package/2006/relationships"><Relationship Id="rId8" Type="http://schemas.openxmlformats.org/officeDocument/2006/relationships/slide" Target="slide22.xml"/><Relationship Id="rId13" Type="http://schemas.openxmlformats.org/officeDocument/2006/relationships/image" Target="../media/image14.png"/><Relationship Id="rId3" Type="http://schemas.openxmlformats.org/officeDocument/2006/relationships/image" Target="../media/image11.png"/><Relationship Id="rId7" Type="http://schemas.openxmlformats.org/officeDocument/2006/relationships/image" Target="../media/image13.png"/><Relationship Id="rId12" Type="http://schemas.openxmlformats.org/officeDocument/2006/relationships/slide" Target="slide25.xml"/><Relationship Id="rId2" Type="http://schemas.openxmlformats.org/officeDocument/2006/relationships/image" Target="../media/image2.png"/><Relationship Id="rId16" Type="http://schemas.openxmlformats.org/officeDocument/2006/relationships/slide" Target="slide26.xml"/><Relationship Id="rId1" Type="http://schemas.openxmlformats.org/officeDocument/2006/relationships/slideLayout" Target="../slideLayouts/slideLayout1.xml"/><Relationship Id="rId6" Type="http://schemas.openxmlformats.org/officeDocument/2006/relationships/slide" Target="slide21.xml"/><Relationship Id="rId11" Type="http://schemas.openxmlformats.org/officeDocument/2006/relationships/image" Target="../media/image16.png"/><Relationship Id="rId5" Type="http://schemas.openxmlformats.org/officeDocument/2006/relationships/image" Target="../media/image12.png"/><Relationship Id="rId15" Type="http://schemas.openxmlformats.org/officeDocument/2006/relationships/image" Target="../media/image17.png"/><Relationship Id="rId10" Type="http://schemas.openxmlformats.org/officeDocument/2006/relationships/slide" Target="slide24.xml"/><Relationship Id="rId4" Type="http://schemas.openxmlformats.org/officeDocument/2006/relationships/slide" Target="slide20.xml"/><Relationship Id="rId9" Type="http://schemas.openxmlformats.org/officeDocument/2006/relationships/image" Target="../media/image15.png"/><Relationship Id="rId14" Type="http://schemas.openxmlformats.org/officeDocument/2006/relationships/slide" Target="slide23.xml"/></Relationships>
</file>

<file path=ppt/slides/_rels/slide13.xml.rels><?xml version="1.0" encoding="UTF-8" standalone="yes"?>
<Relationships xmlns="http://schemas.openxmlformats.org/package/2006/relationships"><Relationship Id="rId8" Type="http://schemas.openxmlformats.org/officeDocument/2006/relationships/slide" Target="slide22.xml"/><Relationship Id="rId13" Type="http://schemas.openxmlformats.org/officeDocument/2006/relationships/image" Target="../media/image17.png"/><Relationship Id="rId3" Type="http://schemas.openxmlformats.org/officeDocument/2006/relationships/image" Target="../media/image11.png"/><Relationship Id="rId7" Type="http://schemas.openxmlformats.org/officeDocument/2006/relationships/image" Target="../media/image13.png"/><Relationship Id="rId12" Type="http://schemas.openxmlformats.org/officeDocument/2006/relationships/slide" Target="slide25.xml"/><Relationship Id="rId2" Type="http://schemas.openxmlformats.org/officeDocument/2006/relationships/image" Target="../media/image2.png"/><Relationship Id="rId16" Type="http://schemas.openxmlformats.org/officeDocument/2006/relationships/slide" Target="slide23.xml"/><Relationship Id="rId1" Type="http://schemas.openxmlformats.org/officeDocument/2006/relationships/slideLayout" Target="../slideLayouts/slideLayout1.xml"/><Relationship Id="rId6" Type="http://schemas.openxmlformats.org/officeDocument/2006/relationships/slide" Target="slide21.xml"/><Relationship Id="rId11" Type="http://schemas.openxmlformats.org/officeDocument/2006/relationships/image" Target="../media/image16.png"/><Relationship Id="rId5" Type="http://schemas.openxmlformats.org/officeDocument/2006/relationships/image" Target="../media/image12.png"/><Relationship Id="rId15" Type="http://schemas.openxmlformats.org/officeDocument/2006/relationships/image" Target="../media/image14.png"/><Relationship Id="rId10" Type="http://schemas.openxmlformats.org/officeDocument/2006/relationships/slide" Target="slide24.xml"/><Relationship Id="rId4" Type="http://schemas.openxmlformats.org/officeDocument/2006/relationships/slide" Target="slide20.xml"/><Relationship Id="rId9" Type="http://schemas.openxmlformats.org/officeDocument/2006/relationships/image" Target="../media/image15.png"/><Relationship Id="rId14" Type="http://schemas.openxmlformats.org/officeDocument/2006/relationships/slide" Target="slide26.xml"/></Relationships>
</file>

<file path=ppt/slides/_rels/slide1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hyperlink" Target="file:///C:\Users\perez\Downloads\Cronograma.xlsx" TargetMode="Externa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40000"/>
                <a:lumOff val="60000"/>
              </a:schemeClr>
            </a:gs>
            <a:gs pos="46000">
              <a:schemeClr val="accent5">
                <a:lumMod val="95000"/>
                <a:lumOff val="5000"/>
              </a:schemeClr>
            </a:gs>
            <a:gs pos="100000">
              <a:schemeClr val="tx1"/>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EC61E454-45A1-E14A-5BC5-02C034A0917E}"/>
              </a:ext>
            </a:extLst>
          </p:cNvPr>
          <p:cNvSpPr/>
          <p:nvPr/>
        </p:nvSpPr>
        <p:spPr>
          <a:xfrm>
            <a:off x="2532888" y="1005840"/>
            <a:ext cx="7278624" cy="3922776"/>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mc:AlternateContent xmlns:mc="http://schemas.openxmlformats.org/markup-compatibility/2006">
        <mc:Choice xmlns:pslz="http://schemas.microsoft.com/office/powerpoint/2016/slidezoom" Requires="pslz">
          <p:graphicFrame>
            <p:nvGraphicFramePr>
              <p:cNvPr id="15" name="Vista general de diapositiva 14">
                <a:extLst>
                  <a:ext uri="{FF2B5EF4-FFF2-40B4-BE49-F238E27FC236}">
                    <a16:creationId xmlns:a16="http://schemas.microsoft.com/office/drawing/2014/main" id="{E0305B04-DBA2-1BC7-A005-452ABC89A806}"/>
                  </a:ext>
                </a:extLst>
              </p:cNvPr>
              <p:cNvGraphicFramePr>
                <a:graphicFrameLocks noChangeAspect="1"/>
              </p:cNvGraphicFramePr>
              <p:nvPr>
                <p:extLst>
                  <p:ext uri="{D42A27DB-BD31-4B8C-83A1-F6EECF244321}">
                    <p14:modId xmlns:p14="http://schemas.microsoft.com/office/powerpoint/2010/main" val="3332319412"/>
                  </p:ext>
                </p:extLst>
              </p:nvPr>
            </p:nvGraphicFramePr>
            <p:xfrm>
              <a:off x="2454064" y="1020344"/>
              <a:ext cx="7436271" cy="4121572"/>
            </p:xfrm>
            <a:graphic>
              <a:graphicData uri="http://schemas.microsoft.com/office/powerpoint/2016/slidezoom">
                <pslz:sldZm>
                  <pslz:sldZmObj sldId="257" cId="3391385030">
                    <pslz:zmPr id="{DBEAD41D-43BC-48FD-9027-82E39E9BF39E}" transitionDur="1000">
                      <p166:blipFill xmlns:p166="http://schemas.microsoft.com/office/powerpoint/2016/6/main">
                        <a:blip r:embed="rId2"/>
                        <a:stretch>
                          <a:fillRect/>
                        </a:stretch>
                      </p166:blipFill>
                      <p166:spPr xmlns:p166="http://schemas.microsoft.com/office/powerpoint/2016/6/main">
                        <a:xfrm>
                          <a:off x="0" y="0"/>
                          <a:ext cx="7436271" cy="4121572"/>
                        </a:xfrm>
                        <a:prstGeom prst="rect">
                          <a:avLst/>
                        </a:prstGeom>
                        <a:ln w="3175">
                          <a:noFill/>
                        </a:ln>
                      </p166:spPr>
                    </pslz:zmPr>
                  </pslz:sldZmObj>
                </pslz:sldZm>
              </a:graphicData>
            </a:graphic>
          </p:graphicFrame>
        </mc:Choice>
        <mc:Fallback>
          <p:pic>
            <p:nvPicPr>
              <p:cNvPr id="15" name="Vista general de diapositiva 14">
                <a:hlinkClick r:id="rId3" action="ppaction://hlinksldjump"/>
                <a:extLst>
                  <a:ext uri="{FF2B5EF4-FFF2-40B4-BE49-F238E27FC236}">
                    <a16:creationId xmlns:a16="http://schemas.microsoft.com/office/drawing/2014/main" id="{E0305B04-DBA2-1BC7-A005-452ABC89A806}"/>
                  </a:ext>
                </a:extLst>
              </p:cNvPr>
              <p:cNvPicPr>
                <a:picLocks noGrp="1" noRot="1" noChangeAspect="1" noMove="1" noResize="1" noEditPoints="1" noAdjustHandles="1" noChangeArrowheads="1" noChangeShapeType="1"/>
              </p:cNvPicPr>
              <p:nvPr/>
            </p:nvPicPr>
            <p:blipFill>
              <a:blip r:embed="rId2"/>
              <a:stretch>
                <a:fillRect/>
              </a:stretch>
            </p:blipFill>
            <p:spPr>
              <a:xfrm>
                <a:off x="2454064" y="1020344"/>
                <a:ext cx="7436271" cy="4121572"/>
              </a:xfrm>
              <a:prstGeom prst="rect">
                <a:avLst/>
              </a:prstGeom>
              <a:ln w="3175">
                <a:noFill/>
              </a:ln>
            </p:spPr>
          </p:pic>
        </mc:Fallback>
      </mc:AlternateContent>
      <p:sp>
        <p:nvSpPr>
          <p:cNvPr id="11" name="CuadroTexto 10">
            <a:extLst>
              <a:ext uri="{FF2B5EF4-FFF2-40B4-BE49-F238E27FC236}">
                <a16:creationId xmlns:a16="http://schemas.microsoft.com/office/drawing/2014/main" id="{82C955B1-AC28-7337-AE22-CDF5B07E3384}"/>
              </a:ext>
            </a:extLst>
          </p:cNvPr>
          <p:cNvSpPr txBox="1"/>
          <p:nvPr/>
        </p:nvSpPr>
        <p:spPr>
          <a:xfrm>
            <a:off x="213360" y="0"/>
            <a:ext cx="12100560" cy="830997"/>
          </a:xfrm>
          <a:prstGeom prst="rect">
            <a:avLst/>
          </a:prstGeom>
          <a:gradFill>
            <a:gsLst>
              <a:gs pos="0">
                <a:schemeClr val="accent5">
                  <a:lumMod val="40000"/>
                  <a:lumOff val="60000"/>
                </a:schemeClr>
              </a:gs>
              <a:gs pos="46000">
                <a:schemeClr val="accent5">
                  <a:lumMod val="95000"/>
                  <a:lumOff val="5000"/>
                </a:schemeClr>
              </a:gs>
              <a:gs pos="100000">
                <a:schemeClr val="tx1"/>
              </a:gs>
            </a:gsLst>
            <a:path path="circle">
              <a:fillToRect l="50000" t="130000" r="50000" b="-30000"/>
            </a:path>
          </a:gradFill>
        </p:spPr>
        <p:txBody>
          <a:bodyPr wrap="square" rtlCol="0">
            <a:spAutoFit/>
          </a:bodyPr>
          <a:lstStyle/>
          <a:p>
            <a:pPr algn="ctr"/>
            <a:r>
              <a:rPr lang="es-CO" sz="4800" dirty="0">
                <a:latin typeface="Arial Black" panose="020B0A04020102020204" pitchFamily="34" charset="0"/>
              </a:rPr>
              <a:t>INGENIERIA DE SOFTWARE</a:t>
            </a:r>
          </a:p>
        </p:txBody>
      </p:sp>
      <p:pic>
        <p:nvPicPr>
          <p:cNvPr id="9" name="Imagen 8">
            <a:extLst>
              <a:ext uri="{FF2B5EF4-FFF2-40B4-BE49-F238E27FC236}">
                <a16:creationId xmlns:a16="http://schemas.microsoft.com/office/drawing/2014/main" id="{F9A09496-A6B6-5E8F-7488-6C60CA2EF5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72447" y="-1044594"/>
            <a:ext cx="9599506" cy="9112284"/>
          </a:xfrm>
          <a:prstGeom prst="rect">
            <a:avLst/>
          </a:prstGeom>
          <a:effectLst>
            <a:outerShdw blurRad="88900" dist="38100" dir="2700000" algn="tl" rotWithShape="0">
              <a:schemeClr val="bg1">
                <a:alpha val="40000"/>
              </a:schemeClr>
            </a:outerShdw>
          </a:effectLst>
        </p:spPr>
      </p:pic>
      <p:sp>
        <p:nvSpPr>
          <p:cNvPr id="12" name="Elipse 11">
            <a:extLst>
              <a:ext uri="{FF2B5EF4-FFF2-40B4-BE49-F238E27FC236}">
                <a16:creationId xmlns:a16="http://schemas.microsoft.com/office/drawing/2014/main" id="{B7F9AF1E-7C3F-17C8-AF71-D0211B7BDFEB}"/>
              </a:ext>
            </a:extLst>
          </p:cNvPr>
          <p:cNvSpPr/>
          <p:nvPr/>
        </p:nvSpPr>
        <p:spPr>
          <a:xfrm>
            <a:off x="519430" y="-500934"/>
            <a:ext cx="1706034" cy="1629664"/>
          </a:xfrm>
          <a:prstGeom prst="ellipse">
            <a:avLst/>
          </a:prstGeom>
          <a:gradFill>
            <a:gsLst>
              <a:gs pos="0">
                <a:schemeClr val="bg1"/>
              </a:gs>
              <a:gs pos="100000">
                <a:schemeClr val="accent5">
                  <a:lumMod val="95000"/>
                  <a:lumOff val="5000"/>
                </a:schemeClr>
              </a:gs>
            </a:gsLst>
            <a:path path="circle">
              <a:fillToRect l="50000" t="130000" r="50000" b="-30000"/>
            </a:path>
          </a:gradFill>
          <a:effectLst>
            <a:softEdge rad="4953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3" name="Elipse 12">
            <a:extLst>
              <a:ext uri="{FF2B5EF4-FFF2-40B4-BE49-F238E27FC236}">
                <a16:creationId xmlns:a16="http://schemas.microsoft.com/office/drawing/2014/main" id="{9C372878-D98F-7C81-C103-712B3F03A89C}"/>
              </a:ext>
            </a:extLst>
          </p:cNvPr>
          <p:cNvSpPr/>
          <p:nvPr/>
        </p:nvSpPr>
        <p:spPr>
          <a:xfrm>
            <a:off x="657759" y="-207649"/>
            <a:ext cx="1706034" cy="1629664"/>
          </a:xfrm>
          <a:prstGeom prst="ellipse">
            <a:avLst/>
          </a:prstGeom>
          <a:gradFill>
            <a:gsLst>
              <a:gs pos="0">
                <a:schemeClr val="bg1"/>
              </a:gs>
              <a:gs pos="100000">
                <a:schemeClr val="accent5">
                  <a:lumMod val="95000"/>
                  <a:lumOff val="5000"/>
                </a:schemeClr>
              </a:gs>
            </a:gsLst>
            <a:path path="circle">
              <a:fillToRect l="50000" t="130000" r="50000" b="-30000"/>
            </a:path>
          </a:gradFill>
          <a:effectLst>
            <a:softEdge rad="4953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mc:AlternateContent xmlns:mc="http://schemas.openxmlformats.org/markup-compatibility/2006">
        <mc:Choice xmlns:pslz="http://schemas.microsoft.com/office/powerpoint/2016/slidezoom" Requires="pslz">
          <p:graphicFrame>
            <p:nvGraphicFramePr>
              <p:cNvPr id="17" name="Vista general de diapositiva 16">
                <a:extLst>
                  <a:ext uri="{FF2B5EF4-FFF2-40B4-BE49-F238E27FC236}">
                    <a16:creationId xmlns:a16="http://schemas.microsoft.com/office/drawing/2014/main" id="{D75C46CC-5E74-C2A9-5E2F-DA5CD804F069}"/>
                  </a:ext>
                </a:extLst>
              </p:cNvPr>
              <p:cNvGraphicFramePr>
                <a:graphicFrameLocks noChangeAspect="1"/>
              </p:cNvGraphicFramePr>
              <p:nvPr>
                <p:extLst>
                  <p:ext uri="{D42A27DB-BD31-4B8C-83A1-F6EECF244321}">
                    <p14:modId xmlns:p14="http://schemas.microsoft.com/office/powerpoint/2010/main" val="2108267673"/>
                  </p:ext>
                </p:extLst>
              </p:nvPr>
            </p:nvGraphicFramePr>
            <p:xfrm>
              <a:off x="-5208095" y="1179531"/>
              <a:ext cx="6400000" cy="3600000"/>
            </p:xfrm>
            <a:graphic>
              <a:graphicData uri="http://schemas.microsoft.com/office/powerpoint/2016/slidezoom">
                <pslz:sldZm>
                  <pslz:sldZmObj sldId="258" cId="2726730262">
                    <pslz:zmPr id="{78E24BB0-5DAA-4409-B9B1-90FBB5BA5925}" transitionDur="1000">
                      <p166:blipFill xmlns:p166="http://schemas.microsoft.com/office/powerpoint/2016/6/main">
                        <a:blip r:embed="rId5"/>
                        <a:stretch>
                          <a:fillRect/>
                        </a:stretch>
                      </p166:blipFill>
                      <p166:spPr xmlns:p166="http://schemas.microsoft.com/office/powerpoint/2016/6/main">
                        <a:xfrm>
                          <a:off x="0" y="0"/>
                          <a:ext cx="6400000" cy="3600000"/>
                        </a:xfrm>
                        <a:prstGeom prst="rect">
                          <a:avLst/>
                        </a:prstGeom>
                        <a:ln w="3175">
                          <a:noFill/>
                        </a:ln>
                      </p166:spPr>
                    </pslz:zmPr>
                  </pslz:sldZmObj>
                </pslz:sldZm>
              </a:graphicData>
            </a:graphic>
          </p:graphicFrame>
        </mc:Choice>
        <mc:Fallback>
          <p:pic>
            <p:nvPicPr>
              <p:cNvPr id="17" name="Vista general de diapositiva 16">
                <a:hlinkClick r:id="rId6" action="ppaction://hlinksldjump"/>
                <a:extLst>
                  <a:ext uri="{FF2B5EF4-FFF2-40B4-BE49-F238E27FC236}">
                    <a16:creationId xmlns:a16="http://schemas.microsoft.com/office/drawing/2014/main" id="{D75C46CC-5E74-C2A9-5E2F-DA5CD804F069}"/>
                  </a:ext>
                </a:extLst>
              </p:cNvPr>
              <p:cNvPicPr>
                <a:picLocks noGrp="1" noRot="1" noChangeAspect="1" noMove="1" noResize="1" noEditPoints="1" noAdjustHandles="1" noChangeArrowheads="1" noChangeShapeType="1"/>
              </p:cNvPicPr>
              <p:nvPr/>
            </p:nvPicPr>
            <p:blipFill>
              <a:blip r:embed="rId5"/>
              <a:stretch>
                <a:fillRect/>
              </a:stretch>
            </p:blipFill>
            <p:spPr>
              <a:xfrm>
                <a:off x="-5208095" y="1179531"/>
                <a:ext cx="6400000" cy="3600000"/>
              </a:xfrm>
              <a:prstGeom prst="rect">
                <a:avLst/>
              </a:prstGeom>
              <a:ln w="3175">
                <a:noFill/>
              </a:ln>
            </p:spPr>
          </p:pic>
        </mc:Fallback>
      </mc:AlternateContent>
      <mc:AlternateContent xmlns:mc="http://schemas.openxmlformats.org/markup-compatibility/2006">
        <mc:Choice xmlns:pslz="http://schemas.microsoft.com/office/powerpoint/2016/slidezoom" Requires="pslz">
          <p:graphicFrame>
            <p:nvGraphicFramePr>
              <p:cNvPr id="19" name="Vista general de diapositiva 18">
                <a:extLst>
                  <a:ext uri="{FF2B5EF4-FFF2-40B4-BE49-F238E27FC236}">
                    <a16:creationId xmlns:a16="http://schemas.microsoft.com/office/drawing/2014/main" id="{68B3A166-56A8-9B57-BF7B-74A04297A753}"/>
                  </a:ext>
                </a:extLst>
              </p:cNvPr>
              <p:cNvGraphicFramePr>
                <a:graphicFrameLocks noChangeAspect="1"/>
              </p:cNvGraphicFramePr>
              <p:nvPr>
                <p:extLst>
                  <p:ext uri="{D42A27DB-BD31-4B8C-83A1-F6EECF244321}">
                    <p14:modId xmlns:p14="http://schemas.microsoft.com/office/powerpoint/2010/main" val="3574945687"/>
                  </p:ext>
                </p:extLst>
              </p:nvPr>
            </p:nvGraphicFramePr>
            <p:xfrm>
              <a:off x="-12082263" y="1113307"/>
              <a:ext cx="6400000" cy="3600000"/>
            </p:xfrm>
            <a:graphic>
              <a:graphicData uri="http://schemas.microsoft.com/office/powerpoint/2016/slidezoom">
                <pslz:sldZm>
                  <pslz:sldZmObj sldId="259" cId="1848172118">
                    <pslz:zmPr id="{E72A4A0F-C23C-42AD-9A35-8516905CB4BF}" transitionDur="1000">
                      <p166:blipFill xmlns:p166="http://schemas.microsoft.com/office/powerpoint/2016/6/main">
                        <a:blip r:embed="rId7"/>
                        <a:stretch>
                          <a:fillRect/>
                        </a:stretch>
                      </p166:blipFill>
                      <p166:spPr xmlns:p166="http://schemas.microsoft.com/office/powerpoint/2016/6/main">
                        <a:xfrm>
                          <a:off x="0" y="0"/>
                          <a:ext cx="6400000" cy="3600000"/>
                        </a:xfrm>
                        <a:prstGeom prst="rect">
                          <a:avLst/>
                        </a:prstGeom>
                        <a:ln w="3175">
                          <a:noFill/>
                        </a:ln>
                      </p166:spPr>
                    </pslz:zmPr>
                  </pslz:sldZmObj>
                </pslz:sldZm>
              </a:graphicData>
            </a:graphic>
          </p:graphicFrame>
        </mc:Choice>
        <mc:Fallback>
          <p:pic>
            <p:nvPicPr>
              <p:cNvPr id="19" name="Vista general de diapositiva 18">
                <a:hlinkClick r:id="rId8" action="ppaction://hlinksldjump"/>
                <a:extLst>
                  <a:ext uri="{FF2B5EF4-FFF2-40B4-BE49-F238E27FC236}">
                    <a16:creationId xmlns:a16="http://schemas.microsoft.com/office/drawing/2014/main" id="{68B3A166-56A8-9B57-BF7B-74A04297A753}"/>
                  </a:ext>
                </a:extLst>
              </p:cNvPr>
              <p:cNvPicPr>
                <a:picLocks noGrp="1" noRot="1" noChangeAspect="1" noMove="1" noResize="1" noEditPoints="1" noAdjustHandles="1" noChangeArrowheads="1" noChangeShapeType="1"/>
              </p:cNvPicPr>
              <p:nvPr/>
            </p:nvPicPr>
            <p:blipFill>
              <a:blip r:embed="rId7"/>
              <a:stretch>
                <a:fillRect/>
              </a:stretch>
            </p:blipFill>
            <p:spPr>
              <a:xfrm>
                <a:off x="-12082263" y="1113307"/>
                <a:ext cx="6400000" cy="3600000"/>
              </a:xfrm>
              <a:prstGeom prst="rect">
                <a:avLst/>
              </a:prstGeom>
              <a:ln w="3175">
                <a:noFill/>
              </a:ln>
            </p:spPr>
          </p:pic>
        </mc:Fallback>
      </mc:AlternateContent>
      <mc:AlternateContent xmlns:mc="http://schemas.openxmlformats.org/markup-compatibility/2006">
        <mc:Choice xmlns:pslz="http://schemas.microsoft.com/office/powerpoint/2016/slidezoom" Requires="pslz">
          <p:graphicFrame>
            <p:nvGraphicFramePr>
              <p:cNvPr id="21" name="Vista general de diapositiva 20">
                <a:extLst>
                  <a:ext uri="{FF2B5EF4-FFF2-40B4-BE49-F238E27FC236}">
                    <a16:creationId xmlns:a16="http://schemas.microsoft.com/office/drawing/2014/main" id="{00D374C8-6F25-767C-6170-4FF1F2700C5F}"/>
                  </a:ext>
                </a:extLst>
              </p:cNvPr>
              <p:cNvGraphicFramePr>
                <a:graphicFrameLocks noChangeAspect="1"/>
              </p:cNvGraphicFramePr>
              <p:nvPr>
                <p:extLst>
                  <p:ext uri="{D42A27DB-BD31-4B8C-83A1-F6EECF244321}">
                    <p14:modId xmlns:p14="http://schemas.microsoft.com/office/powerpoint/2010/main" val="1790717187"/>
                  </p:ext>
                </p:extLst>
              </p:nvPr>
            </p:nvGraphicFramePr>
            <p:xfrm>
              <a:off x="-19200103" y="1179531"/>
              <a:ext cx="6400000" cy="3600000"/>
            </p:xfrm>
            <a:graphic>
              <a:graphicData uri="http://schemas.microsoft.com/office/powerpoint/2016/slidezoom">
                <pslz:sldZm>
                  <pslz:sldZmObj sldId="260" cId="2189422960">
                    <pslz:zmPr id="{EEA908D0-76D2-4344-89D2-BA9041045C3E}" transitionDur="1000">
                      <p166:blipFill xmlns:p166="http://schemas.microsoft.com/office/powerpoint/2016/6/main">
                        <a:blip r:embed="rId9"/>
                        <a:stretch>
                          <a:fillRect/>
                        </a:stretch>
                      </p166:blipFill>
                      <p166:spPr xmlns:p166="http://schemas.microsoft.com/office/powerpoint/2016/6/main">
                        <a:xfrm>
                          <a:off x="0" y="0"/>
                          <a:ext cx="6400000" cy="3600000"/>
                        </a:xfrm>
                        <a:prstGeom prst="rect">
                          <a:avLst/>
                        </a:prstGeom>
                        <a:ln w="3175">
                          <a:noFill/>
                        </a:ln>
                      </p166:spPr>
                    </pslz:zmPr>
                  </pslz:sldZmObj>
                </pslz:sldZm>
              </a:graphicData>
            </a:graphic>
          </p:graphicFrame>
        </mc:Choice>
        <mc:Fallback>
          <p:pic>
            <p:nvPicPr>
              <p:cNvPr id="21" name="Vista general de diapositiva 20">
                <a:hlinkClick r:id="rId10" action="ppaction://hlinksldjump"/>
                <a:extLst>
                  <a:ext uri="{FF2B5EF4-FFF2-40B4-BE49-F238E27FC236}">
                    <a16:creationId xmlns:a16="http://schemas.microsoft.com/office/drawing/2014/main" id="{00D374C8-6F25-767C-6170-4FF1F2700C5F}"/>
                  </a:ext>
                </a:extLst>
              </p:cNvPr>
              <p:cNvPicPr>
                <a:picLocks noGrp="1" noRot="1" noChangeAspect="1" noMove="1" noResize="1" noEditPoints="1" noAdjustHandles="1" noChangeArrowheads="1" noChangeShapeType="1"/>
              </p:cNvPicPr>
              <p:nvPr/>
            </p:nvPicPr>
            <p:blipFill>
              <a:blip r:embed="rId9"/>
              <a:stretch>
                <a:fillRect/>
              </a:stretch>
            </p:blipFill>
            <p:spPr>
              <a:xfrm>
                <a:off x="-19200103" y="1179531"/>
                <a:ext cx="6400000" cy="3600000"/>
              </a:xfrm>
              <a:prstGeom prst="rect">
                <a:avLst/>
              </a:prstGeom>
              <a:ln w="3175">
                <a:noFill/>
              </a:ln>
            </p:spPr>
          </p:pic>
        </mc:Fallback>
      </mc:AlternateContent>
      <mc:AlternateContent xmlns:mc="http://schemas.openxmlformats.org/markup-compatibility/2006">
        <mc:Choice xmlns:pslz="http://schemas.microsoft.com/office/powerpoint/2016/slidezoom" Requires="pslz">
          <p:graphicFrame>
            <p:nvGraphicFramePr>
              <p:cNvPr id="23" name="Vista general de diapositiva 22">
                <a:extLst>
                  <a:ext uri="{FF2B5EF4-FFF2-40B4-BE49-F238E27FC236}">
                    <a16:creationId xmlns:a16="http://schemas.microsoft.com/office/drawing/2014/main" id="{42F6920B-8D75-5944-FD01-8C585B304024}"/>
                  </a:ext>
                </a:extLst>
              </p:cNvPr>
              <p:cNvGraphicFramePr>
                <a:graphicFrameLocks noChangeAspect="1"/>
              </p:cNvGraphicFramePr>
              <p:nvPr>
                <p:extLst>
                  <p:ext uri="{D42A27DB-BD31-4B8C-83A1-F6EECF244321}">
                    <p14:modId xmlns:p14="http://schemas.microsoft.com/office/powerpoint/2010/main" val="1820665186"/>
                  </p:ext>
                </p:extLst>
              </p:nvPr>
            </p:nvGraphicFramePr>
            <p:xfrm>
              <a:off x="-26300720" y="1281130"/>
              <a:ext cx="6400000" cy="3600000"/>
            </p:xfrm>
            <a:graphic>
              <a:graphicData uri="http://schemas.microsoft.com/office/powerpoint/2016/slidezoom">
                <pslz:sldZm>
                  <pslz:sldZmObj sldId="261" cId="1830263750">
                    <pslz:zmPr id="{6ABD74FE-FA56-4D23-BBE7-29DEFCE47603}" transitionDur="1000">
                      <p166:blipFill xmlns:p166="http://schemas.microsoft.com/office/powerpoint/2016/6/main">
                        <a:blip r:embed="rId11"/>
                        <a:stretch>
                          <a:fillRect/>
                        </a:stretch>
                      </p166:blipFill>
                      <p166:spPr xmlns:p166="http://schemas.microsoft.com/office/powerpoint/2016/6/main">
                        <a:xfrm>
                          <a:off x="0" y="0"/>
                          <a:ext cx="6400000" cy="3600000"/>
                        </a:xfrm>
                        <a:prstGeom prst="rect">
                          <a:avLst/>
                        </a:prstGeom>
                        <a:ln w="3175">
                          <a:noFill/>
                        </a:ln>
                      </p166:spPr>
                    </pslz:zmPr>
                  </pslz:sldZmObj>
                </pslz:sldZm>
              </a:graphicData>
            </a:graphic>
          </p:graphicFrame>
        </mc:Choice>
        <mc:Fallback>
          <p:pic>
            <p:nvPicPr>
              <p:cNvPr id="23" name="Vista general de diapositiva 22">
                <a:hlinkClick r:id="rId12" action="ppaction://hlinksldjump"/>
                <a:extLst>
                  <a:ext uri="{FF2B5EF4-FFF2-40B4-BE49-F238E27FC236}">
                    <a16:creationId xmlns:a16="http://schemas.microsoft.com/office/drawing/2014/main" id="{42F6920B-8D75-5944-FD01-8C585B304024}"/>
                  </a:ext>
                </a:extLst>
              </p:cNvPr>
              <p:cNvPicPr>
                <a:picLocks noGrp="1" noRot="1" noChangeAspect="1" noMove="1" noResize="1" noEditPoints="1" noAdjustHandles="1" noChangeArrowheads="1" noChangeShapeType="1"/>
              </p:cNvPicPr>
              <p:nvPr/>
            </p:nvPicPr>
            <p:blipFill>
              <a:blip r:embed="rId11"/>
              <a:stretch>
                <a:fillRect/>
              </a:stretch>
            </p:blipFill>
            <p:spPr>
              <a:xfrm>
                <a:off x="-26300720" y="1281130"/>
                <a:ext cx="6400000" cy="3600000"/>
              </a:xfrm>
              <a:prstGeom prst="rect">
                <a:avLst/>
              </a:prstGeom>
              <a:ln w="3175">
                <a:noFill/>
              </a:ln>
            </p:spPr>
          </p:pic>
        </mc:Fallback>
      </mc:AlternateContent>
      <mc:AlternateContent xmlns:mc="http://schemas.openxmlformats.org/markup-compatibility/2006">
        <mc:Choice xmlns:pslz="http://schemas.microsoft.com/office/powerpoint/2016/slidezoom" Requires="pslz">
          <p:graphicFrame>
            <p:nvGraphicFramePr>
              <p:cNvPr id="25" name="Vista general de diapositiva 24">
                <a:extLst>
                  <a:ext uri="{FF2B5EF4-FFF2-40B4-BE49-F238E27FC236}">
                    <a16:creationId xmlns:a16="http://schemas.microsoft.com/office/drawing/2014/main" id="{B8F918A9-BE53-44C4-5266-C751FBA1F5D0}"/>
                  </a:ext>
                </a:extLst>
              </p:cNvPr>
              <p:cNvGraphicFramePr>
                <a:graphicFrameLocks noChangeAspect="1"/>
              </p:cNvGraphicFramePr>
              <p:nvPr>
                <p:extLst>
                  <p:ext uri="{D42A27DB-BD31-4B8C-83A1-F6EECF244321}">
                    <p14:modId xmlns:p14="http://schemas.microsoft.com/office/powerpoint/2010/main" val="3850322467"/>
                  </p:ext>
                </p:extLst>
              </p:nvPr>
            </p:nvGraphicFramePr>
            <p:xfrm>
              <a:off x="-33127629" y="1422015"/>
              <a:ext cx="6400000" cy="3600000"/>
            </p:xfrm>
            <a:graphic>
              <a:graphicData uri="http://schemas.microsoft.com/office/powerpoint/2016/slidezoom">
                <pslz:sldZm>
                  <pslz:sldZmObj sldId="262" cId="1631579452">
                    <pslz:zmPr id="{50F900E6-6132-4920-84DB-1CD721E6AC69}" transitionDur="1000">
                      <p166:blipFill xmlns:p166="http://schemas.microsoft.com/office/powerpoint/2016/6/main">
                        <a:blip r:embed="rId13"/>
                        <a:stretch>
                          <a:fillRect/>
                        </a:stretch>
                      </p166:blipFill>
                      <p166:spPr xmlns:p166="http://schemas.microsoft.com/office/powerpoint/2016/6/main">
                        <a:xfrm>
                          <a:off x="0" y="0"/>
                          <a:ext cx="6400000" cy="3600000"/>
                        </a:xfrm>
                        <a:prstGeom prst="rect">
                          <a:avLst/>
                        </a:prstGeom>
                        <a:ln w="3175">
                          <a:noFill/>
                        </a:ln>
                      </p166:spPr>
                    </pslz:zmPr>
                  </pslz:sldZmObj>
                </pslz:sldZm>
              </a:graphicData>
            </a:graphic>
          </p:graphicFrame>
        </mc:Choice>
        <mc:Fallback>
          <p:pic>
            <p:nvPicPr>
              <p:cNvPr id="25" name="Vista general de diapositiva 24">
                <a:hlinkClick r:id="rId14" action="ppaction://hlinksldjump"/>
                <a:extLst>
                  <a:ext uri="{FF2B5EF4-FFF2-40B4-BE49-F238E27FC236}">
                    <a16:creationId xmlns:a16="http://schemas.microsoft.com/office/drawing/2014/main" id="{B8F918A9-BE53-44C4-5266-C751FBA1F5D0}"/>
                  </a:ext>
                </a:extLst>
              </p:cNvPr>
              <p:cNvPicPr>
                <a:picLocks noGrp="1" noRot="1" noChangeAspect="1" noMove="1" noResize="1" noEditPoints="1" noAdjustHandles="1" noChangeArrowheads="1" noChangeShapeType="1"/>
              </p:cNvPicPr>
              <p:nvPr/>
            </p:nvPicPr>
            <p:blipFill>
              <a:blip r:embed="rId13"/>
              <a:stretch>
                <a:fillRect/>
              </a:stretch>
            </p:blipFill>
            <p:spPr>
              <a:xfrm>
                <a:off x="-33127629" y="1422015"/>
                <a:ext cx="6400000" cy="3600000"/>
              </a:xfrm>
              <a:prstGeom prst="rect">
                <a:avLst/>
              </a:prstGeom>
              <a:ln w="3175">
                <a:noFill/>
              </a:ln>
            </p:spPr>
          </p:pic>
        </mc:Fallback>
      </mc:AlternateContent>
      <p:sp>
        <p:nvSpPr>
          <p:cNvPr id="52" name="Elipse 51">
            <a:extLst>
              <a:ext uri="{FF2B5EF4-FFF2-40B4-BE49-F238E27FC236}">
                <a16:creationId xmlns:a16="http://schemas.microsoft.com/office/drawing/2014/main" id="{8194C419-CEE3-BFED-106C-CFD46B61D459}"/>
              </a:ext>
            </a:extLst>
          </p:cNvPr>
          <p:cNvSpPr/>
          <p:nvPr/>
        </p:nvSpPr>
        <p:spPr>
          <a:xfrm>
            <a:off x="10347536" y="30713"/>
            <a:ext cx="1706034" cy="1629664"/>
          </a:xfrm>
          <a:prstGeom prst="ellipse">
            <a:avLst/>
          </a:prstGeom>
          <a:gradFill>
            <a:gsLst>
              <a:gs pos="0">
                <a:schemeClr val="bg1"/>
              </a:gs>
              <a:gs pos="100000">
                <a:schemeClr val="accent5">
                  <a:lumMod val="95000"/>
                  <a:lumOff val="5000"/>
                </a:schemeClr>
              </a:gs>
            </a:gsLst>
            <a:path path="circle">
              <a:fillToRect l="50000" t="130000" r="50000" b="-30000"/>
            </a:path>
          </a:gradFill>
          <a:effectLst>
            <a:softEdge rad="4953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Tree>
    <p:extLst>
      <p:ext uri="{BB962C8B-B14F-4D97-AF65-F5344CB8AC3E}">
        <p14:creationId xmlns:p14="http://schemas.microsoft.com/office/powerpoint/2010/main" val="133630441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40000"/>
                <a:lumOff val="60000"/>
              </a:schemeClr>
            </a:gs>
            <a:gs pos="46000">
              <a:schemeClr val="accent5">
                <a:lumMod val="95000"/>
                <a:lumOff val="5000"/>
              </a:schemeClr>
            </a:gs>
            <a:gs pos="100000">
              <a:schemeClr val="tx1"/>
            </a:gs>
          </a:gsLst>
          <a:path path="circle">
            <a:fillToRect l="50000" t="130000" r="50000" b="-30000"/>
          </a:path>
          <a:tileRect/>
        </a:gradFill>
        <a:effectLst/>
      </p:bgPr>
    </p:bg>
    <p:spTree>
      <p:nvGrpSpPr>
        <p:cNvPr id="1" name="">
          <a:extLst>
            <a:ext uri="{FF2B5EF4-FFF2-40B4-BE49-F238E27FC236}">
              <a16:creationId xmlns:a16="http://schemas.microsoft.com/office/drawing/2014/main" id="{1ADEACD0-9DA8-9786-03E7-BF3ADC375FF5}"/>
            </a:ext>
          </a:extLst>
        </p:cNvPr>
        <p:cNvGrpSpPr/>
        <p:nvPr/>
      </p:nvGrpSpPr>
      <p:grpSpPr>
        <a:xfrm>
          <a:off x="0" y="0"/>
          <a:ext cx="0" cy="0"/>
          <a:chOff x="0" y="0"/>
          <a:chExt cx="0" cy="0"/>
        </a:xfrm>
      </p:grpSpPr>
      <p:sp>
        <p:nvSpPr>
          <p:cNvPr id="10" name="Rectángulo 9">
            <a:extLst>
              <a:ext uri="{FF2B5EF4-FFF2-40B4-BE49-F238E27FC236}">
                <a16:creationId xmlns:a16="http://schemas.microsoft.com/office/drawing/2014/main" id="{944B459D-149A-3564-DA5A-A01A3631AF07}"/>
              </a:ext>
            </a:extLst>
          </p:cNvPr>
          <p:cNvSpPr/>
          <p:nvPr/>
        </p:nvSpPr>
        <p:spPr>
          <a:xfrm>
            <a:off x="2532888" y="1005840"/>
            <a:ext cx="7278624" cy="3922776"/>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mc:AlternateContent xmlns:mc="http://schemas.openxmlformats.org/markup-compatibility/2006">
        <mc:Choice xmlns:pslz="http://schemas.microsoft.com/office/powerpoint/2016/slidezoom" Requires="pslz">
          <p:graphicFrame>
            <p:nvGraphicFramePr>
              <p:cNvPr id="15" name="Vista general de diapositiva 14">
                <a:extLst>
                  <a:ext uri="{FF2B5EF4-FFF2-40B4-BE49-F238E27FC236}">
                    <a16:creationId xmlns:a16="http://schemas.microsoft.com/office/drawing/2014/main" id="{05F17121-FDE1-E518-2451-2EB07E52ECD6}"/>
                  </a:ext>
                </a:extLst>
              </p:cNvPr>
              <p:cNvGraphicFramePr>
                <a:graphicFrameLocks noChangeAspect="1"/>
              </p:cNvGraphicFramePr>
              <p:nvPr>
                <p:extLst>
                  <p:ext uri="{D42A27DB-BD31-4B8C-83A1-F6EECF244321}">
                    <p14:modId xmlns:p14="http://schemas.microsoft.com/office/powerpoint/2010/main" val="1650235701"/>
                  </p:ext>
                </p:extLst>
              </p:nvPr>
            </p:nvGraphicFramePr>
            <p:xfrm>
              <a:off x="10971953" y="1161229"/>
              <a:ext cx="7436271" cy="4121572"/>
            </p:xfrm>
            <a:graphic>
              <a:graphicData uri="http://schemas.microsoft.com/office/powerpoint/2016/slidezoom">
                <pslz:sldZm>
                  <pslz:sldZmObj sldId="257" cId="3391385030">
                    <pslz:zmPr id="{DBEAD41D-43BC-48FD-9027-82E39E9BF39E}" transitionDur="1000">
                      <p166:blipFill xmlns:p166="http://schemas.microsoft.com/office/powerpoint/2016/6/main">
                        <a:blip r:embed="rId2"/>
                        <a:stretch>
                          <a:fillRect/>
                        </a:stretch>
                      </p166:blipFill>
                      <p166:spPr xmlns:p166="http://schemas.microsoft.com/office/powerpoint/2016/6/main">
                        <a:xfrm>
                          <a:off x="0" y="0"/>
                          <a:ext cx="7436271" cy="4121572"/>
                        </a:xfrm>
                        <a:prstGeom prst="rect">
                          <a:avLst/>
                        </a:prstGeom>
                        <a:ln w="3175">
                          <a:noFill/>
                        </a:ln>
                      </p166:spPr>
                    </pslz:zmPr>
                  </pslz:sldZmObj>
                </pslz:sldZm>
              </a:graphicData>
            </a:graphic>
          </p:graphicFrame>
        </mc:Choice>
        <mc:Fallback>
          <p:pic>
            <p:nvPicPr>
              <p:cNvPr id="15" name="Vista general de diapositiva 14">
                <a:hlinkClick r:id="rId3" action="ppaction://hlinksldjump"/>
                <a:extLst>
                  <a:ext uri="{FF2B5EF4-FFF2-40B4-BE49-F238E27FC236}">
                    <a16:creationId xmlns:a16="http://schemas.microsoft.com/office/drawing/2014/main" id="{05F17121-FDE1-E518-2451-2EB07E52ECD6}"/>
                  </a:ext>
                </a:extLst>
              </p:cNvPr>
              <p:cNvPicPr>
                <a:picLocks noGrp="1" noRot="1" noChangeAspect="1" noMove="1" noResize="1" noEditPoints="1" noAdjustHandles="1" noChangeArrowheads="1" noChangeShapeType="1"/>
              </p:cNvPicPr>
              <p:nvPr/>
            </p:nvPicPr>
            <p:blipFill>
              <a:blip r:embed="rId2"/>
              <a:stretch>
                <a:fillRect/>
              </a:stretch>
            </p:blipFill>
            <p:spPr>
              <a:xfrm>
                <a:off x="10971953" y="1161229"/>
                <a:ext cx="7436271" cy="4121572"/>
              </a:xfrm>
              <a:prstGeom prst="rect">
                <a:avLst/>
              </a:prstGeom>
              <a:ln w="3175">
                <a:noFill/>
              </a:ln>
            </p:spPr>
          </p:pic>
        </mc:Fallback>
      </mc:AlternateContent>
      <p:sp>
        <p:nvSpPr>
          <p:cNvPr id="11" name="CuadroTexto 10">
            <a:extLst>
              <a:ext uri="{FF2B5EF4-FFF2-40B4-BE49-F238E27FC236}">
                <a16:creationId xmlns:a16="http://schemas.microsoft.com/office/drawing/2014/main" id="{6D64ECE5-CC3F-56E6-D150-E4524B3DAA34}"/>
              </a:ext>
            </a:extLst>
          </p:cNvPr>
          <p:cNvSpPr txBox="1"/>
          <p:nvPr/>
        </p:nvSpPr>
        <p:spPr>
          <a:xfrm>
            <a:off x="213360" y="0"/>
            <a:ext cx="12100560" cy="830997"/>
          </a:xfrm>
          <a:prstGeom prst="rect">
            <a:avLst/>
          </a:prstGeom>
          <a:gradFill>
            <a:gsLst>
              <a:gs pos="0">
                <a:schemeClr val="accent5">
                  <a:lumMod val="40000"/>
                  <a:lumOff val="60000"/>
                </a:schemeClr>
              </a:gs>
              <a:gs pos="46000">
                <a:schemeClr val="accent5">
                  <a:lumMod val="95000"/>
                  <a:lumOff val="5000"/>
                </a:schemeClr>
              </a:gs>
              <a:gs pos="100000">
                <a:schemeClr val="tx1"/>
              </a:gs>
            </a:gsLst>
            <a:path path="circle">
              <a:fillToRect l="50000" t="130000" r="50000" b="-30000"/>
            </a:path>
          </a:gradFill>
        </p:spPr>
        <p:txBody>
          <a:bodyPr wrap="square" rtlCol="0">
            <a:spAutoFit/>
          </a:bodyPr>
          <a:lstStyle/>
          <a:p>
            <a:pPr algn="ctr"/>
            <a:r>
              <a:rPr lang="es-CO" sz="4800" dirty="0">
                <a:latin typeface="Arial Black" panose="020B0A04020102020204" pitchFamily="34" charset="0"/>
              </a:rPr>
              <a:t>INGENIERIA DE SOFTWARE</a:t>
            </a:r>
          </a:p>
        </p:txBody>
      </p:sp>
      <p:pic>
        <p:nvPicPr>
          <p:cNvPr id="9" name="Imagen 8">
            <a:extLst>
              <a:ext uri="{FF2B5EF4-FFF2-40B4-BE49-F238E27FC236}">
                <a16:creationId xmlns:a16="http://schemas.microsoft.com/office/drawing/2014/main" id="{C47B656F-2C1C-E708-DF18-EF2E652ADF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72447" y="-1035702"/>
            <a:ext cx="9599506" cy="9112284"/>
          </a:xfrm>
          <a:prstGeom prst="rect">
            <a:avLst/>
          </a:prstGeom>
          <a:effectLst>
            <a:outerShdw blurRad="88900" dist="38100" dir="2700000" algn="tl" rotWithShape="0">
              <a:schemeClr val="bg1">
                <a:alpha val="40000"/>
              </a:schemeClr>
            </a:outerShdw>
          </a:effectLst>
        </p:spPr>
      </p:pic>
      <p:sp>
        <p:nvSpPr>
          <p:cNvPr id="12" name="Elipse 11">
            <a:extLst>
              <a:ext uri="{FF2B5EF4-FFF2-40B4-BE49-F238E27FC236}">
                <a16:creationId xmlns:a16="http://schemas.microsoft.com/office/drawing/2014/main" id="{765DE8DA-2602-524E-98FE-8F24AFB685EB}"/>
              </a:ext>
            </a:extLst>
          </p:cNvPr>
          <p:cNvSpPr/>
          <p:nvPr/>
        </p:nvSpPr>
        <p:spPr>
          <a:xfrm>
            <a:off x="519430" y="-500934"/>
            <a:ext cx="1706034" cy="1629664"/>
          </a:xfrm>
          <a:prstGeom prst="ellipse">
            <a:avLst/>
          </a:prstGeom>
          <a:gradFill>
            <a:gsLst>
              <a:gs pos="0">
                <a:schemeClr val="bg1"/>
              </a:gs>
              <a:gs pos="100000">
                <a:schemeClr val="accent5">
                  <a:lumMod val="95000"/>
                  <a:lumOff val="5000"/>
                </a:schemeClr>
              </a:gs>
            </a:gsLst>
            <a:path path="circle">
              <a:fillToRect l="50000" t="130000" r="50000" b="-30000"/>
            </a:path>
          </a:gradFill>
          <a:effectLst>
            <a:softEdge rad="4953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3" name="Elipse 12">
            <a:extLst>
              <a:ext uri="{FF2B5EF4-FFF2-40B4-BE49-F238E27FC236}">
                <a16:creationId xmlns:a16="http://schemas.microsoft.com/office/drawing/2014/main" id="{CB568876-7887-06F9-79C1-5F7617FF8EC4}"/>
              </a:ext>
            </a:extLst>
          </p:cNvPr>
          <p:cNvSpPr/>
          <p:nvPr/>
        </p:nvSpPr>
        <p:spPr>
          <a:xfrm>
            <a:off x="671830" y="-348534"/>
            <a:ext cx="1706034" cy="1629664"/>
          </a:xfrm>
          <a:prstGeom prst="ellipse">
            <a:avLst/>
          </a:prstGeom>
          <a:gradFill>
            <a:gsLst>
              <a:gs pos="0">
                <a:schemeClr val="bg1"/>
              </a:gs>
              <a:gs pos="100000">
                <a:schemeClr val="accent5">
                  <a:lumMod val="95000"/>
                  <a:lumOff val="5000"/>
                </a:schemeClr>
              </a:gs>
            </a:gsLst>
            <a:path path="circle">
              <a:fillToRect l="50000" t="130000" r="50000" b="-30000"/>
            </a:path>
          </a:gradFill>
          <a:effectLst>
            <a:softEdge rad="4953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mc:AlternateContent xmlns:mc="http://schemas.openxmlformats.org/markup-compatibility/2006">
        <mc:Choice xmlns:pslz="http://schemas.microsoft.com/office/powerpoint/2016/slidezoom" Requires="pslz">
          <p:graphicFrame>
            <p:nvGraphicFramePr>
              <p:cNvPr id="17" name="Vista general de diapositiva 16">
                <a:extLst>
                  <a:ext uri="{FF2B5EF4-FFF2-40B4-BE49-F238E27FC236}">
                    <a16:creationId xmlns:a16="http://schemas.microsoft.com/office/drawing/2014/main" id="{04478763-FA68-DA31-97E4-EBCD919014F6}"/>
                  </a:ext>
                </a:extLst>
              </p:cNvPr>
              <p:cNvGraphicFramePr>
                <a:graphicFrameLocks noChangeAspect="1"/>
              </p:cNvGraphicFramePr>
              <p:nvPr>
                <p:extLst>
                  <p:ext uri="{D42A27DB-BD31-4B8C-83A1-F6EECF244321}">
                    <p14:modId xmlns:p14="http://schemas.microsoft.com/office/powerpoint/2010/main" val="4126343483"/>
                  </p:ext>
                </p:extLst>
              </p:nvPr>
            </p:nvGraphicFramePr>
            <p:xfrm>
              <a:off x="3152123" y="1179531"/>
              <a:ext cx="6400000" cy="3600000"/>
            </p:xfrm>
            <a:graphic>
              <a:graphicData uri="http://schemas.microsoft.com/office/powerpoint/2016/slidezoom">
                <pslz:sldZm>
                  <pslz:sldZmObj sldId="258" cId="2726730262">
                    <pslz:zmPr id="{78E24BB0-5DAA-4409-B9B1-90FBB5BA5925}" transitionDur="1000">
                      <p166:blipFill xmlns:p166="http://schemas.microsoft.com/office/powerpoint/2016/6/main">
                        <a:blip r:embed="rId5"/>
                        <a:stretch>
                          <a:fillRect/>
                        </a:stretch>
                      </p166:blipFill>
                      <p166:spPr xmlns:p166="http://schemas.microsoft.com/office/powerpoint/2016/6/main">
                        <a:xfrm>
                          <a:off x="0" y="0"/>
                          <a:ext cx="6400000" cy="3600000"/>
                        </a:xfrm>
                        <a:prstGeom prst="rect">
                          <a:avLst/>
                        </a:prstGeom>
                        <a:ln w="3175">
                          <a:noFill/>
                        </a:ln>
                      </p166:spPr>
                    </pslz:zmPr>
                  </pslz:sldZmObj>
                </pslz:sldZm>
              </a:graphicData>
            </a:graphic>
          </p:graphicFrame>
        </mc:Choice>
        <mc:Fallback>
          <p:pic>
            <p:nvPicPr>
              <p:cNvPr id="17" name="Vista general de diapositiva 16">
                <a:hlinkClick r:id="rId6" action="ppaction://hlinksldjump"/>
                <a:extLst>
                  <a:ext uri="{FF2B5EF4-FFF2-40B4-BE49-F238E27FC236}">
                    <a16:creationId xmlns:a16="http://schemas.microsoft.com/office/drawing/2014/main" id="{04478763-FA68-DA31-97E4-EBCD919014F6}"/>
                  </a:ext>
                </a:extLst>
              </p:cNvPr>
              <p:cNvPicPr>
                <a:picLocks noGrp="1" noRot="1" noChangeAspect="1" noMove="1" noResize="1" noEditPoints="1" noAdjustHandles="1" noChangeArrowheads="1" noChangeShapeType="1"/>
              </p:cNvPicPr>
              <p:nvPr/>
            </p:nvPicPr>
            <p:blipFill>
              <a:blip r:embed="rId5"/>
              <a:stretch>
                <a:fillRect/>
              </a:stretch>
            </p:blipFill>
            <p:spPr>
              <a:xfrm>
                <a:off x="3152123" y="1179531"/>
                <a:ext cx="6400000" cy="3600000"/>
              </a:xfrm>
              <a:prstGeom prst="rect">
                <a:avLst/>
              </a:prstGeom>
              <a:ln w="3175">
                <a:noFill/>
              </a:ln>
            </p:spPr>
          </p:pic>
        </mc:Fallback>
      </mc:AlternateContent>
      <mc:AlternateContent xmlns:mc="http://schemas.openxmlformats.org/markup-compatibility/2006">
        <mc:Choice xmlns:pslz="http://schemas.microsoft.com/office/powerpoint/2016/slidezoom" Requires="pslz">
          <p:graphicFrame>
            <p:nvGraphicFramePr>
              <p:cNvPr id="19" name="Vista general de diapositiva 18">
                <a:extLst>
                  <a:ext uri="{FF2B5EF4-FFF2-40B4-BE49-F238E27FC236}">
                    <a16:creationId xmlns:a16="http://schemas.microsoft.com/office/drawing/2014/main" id="{AF660DF8-F300-AE47-CBF1-75D4836221B4}"/>
                  </a:ext>
                </a:extLst>
              </p:cNvPr>
              <p:cNvGraphicFramePr>
                <a:graphicFrameLocks noChangeAspect="1"/>
              </p:cNvGraphicFramePr>
              <p:nvPr>
                <p:extLst>
                  <p:ext uri="{D42A27DB-BD31-4B8C-83A1-F6EECF244321}">
                    <p14:modId xmlns:p14="http://schemas.microsoft.com/office/powerpoint/2010/main" val="1571320001"/>
                  </p:ext>
                </p:extLst>
              </p:nvPr>
            </p:nvGraphicFramePr>
            <p:xfrm>
              <a:off x="-5398883" y="986872"/>
              <a:ext cx="6400000" cy="3600000"/>
            </p:xfrm>
            <a:graphic>
              <a:graphicData uri="http://schemas.microsoft.com/office/powerpoint/2016/slidezoom">
                <pslz:sldZm>
                  <pslz:sldZmObj sldId="259" cId="1848172118">
                    <pslz:zmPr id="{E72A4A0F-C23C-42AD-9A35-8516905CB4BF}" transitionDur="1000">
                      <p166:blipFill xmlns:p166="http://schemas.microsoft.com/office/powerpoint/2016/6/main">
                        <a:blip r:embed="rId7"/>
                        <a:stretch>
                          <a:fillRect/>
                        </a:stretch>
                      </p166:blipFill>
                      <p166:spPr xmlns:p166="http://schemas.microsoft.com/office/powerpoint/2016/6/main">
                        <a:xfrm>
                          <a:off x="0" y="0"/>
                          <a:ext cx="6400000" cy="3600000"/>
                        </a:xfrm>
                        <a:prstGeom prst="rect">
                          <a:avLst/>
                        </a:prstGeom>
                        <a:ln w="3175">
                          <a:noFill/>
                        </a:ln>
                      </p166:spPr>
                    </pslz:zmPr>
                  </pslz:sldZmObj>
                </pslz:sldZm>
              </a:graphicData>
            </a:graphic>
          </p:graphicFrame>
        </mc:Choice>
        <mc:Fallback>
          <p:pic>
            <p:nvPicPr>
              <p:cNvPr id="19" name="Vista general de diapositiva 18">
                <a:hlinkClick r:id="rId8" action="ppaction://hlinksldjump"/>
                <a:extLst>
                  <a:ext uri="{FF2B5EF4-FFF2-40B4-BE49-F238E27FC236}">
                    <a16:creationId xmlns:a16="http://schemas.microsoft.com/office/drawing/2014/main" id="{AF660DF8-F300-AE47-CBF1-75D4836221B4}"/>
                  </a:ext>
                </a:extLst>
              </p:cNvPr>
              <p:cNvPicPr>
                <a:picLocks noGrp="1" noRot="1" noChangeAspect="1" noMove="1" noResize="1" noEditPoints="1" noAdjustHandles="1" noChangeArrowheads="1" noChangeShapeType="1"/>
              </p:cNvPicPr>
              <p:nvPr/>
            </p:nvPicPr>
            <p:blipFill>
              <a:blip r:embed="rId7"/>
              <a:stretch>
                <a:fillRect/>
              </a:stretch>
            </p:blipFill>
            <p:spPr>
              <a:xfrm>
                <a:off x="-5398883" y="986872"/>
                <a:ext cx="6400000" cy="3600000"/>
              </a:xfrm>
              <a:prstGeom prst="rect">
                <a:avLst/>
              </a:prstGeom>
              <a:ln w="3175">
                <a:noFill/>
              </a:ln>
            </p:spPr>
          </p:pic>
        </mc:Fallback>
      </mc:AlternateContent>
      <mc:AlternateContent xmlns:mc="http://schemas.openxmlformats.org/markup-compatibility/2006">
        <mc:Choice xmlns:pslz="http://schemas.microsoft.com/office/powerpoint/2016/slidezoom" Requires="pslz">
          <p:graphicFrame>
            <p:nvGraphicFramePr>
              <p:cNvPr id="21" name="Vista general de diapositiva 20">
                <a:extLst>
                  <a:ext uri="{FF2B5EF4-FFF2-40B4-BE49-F238E27FC236}">
                    <a16:creationId xmlns:a16="http://schemas.microsoft.com/office/drawing/2014/main" id="{6B6CE966-617D-877B-D232-4482437F1999}"/>
                  </a:ext>
                </a:extLst>
              </p:cNvPr>
              <p:cNvGraphicFramePr>
                <a:graphicFrameLocks noChangeAspect="1"/>
              </p:cNvGraphicFramePr>
              <p:nvPr>
                <p:extLst>
                  <p:ext uri="{D42A27DB-BD31-4B8C-83A1-F6EECF244321}">
                    <p14:modId xmlns:p14="http://schemas.microsoft.com/office/powerpoint/2010/main" val="3071926787"/>
                  </p:ext>
                </p:extLst>
              </p:nvPr>
            </p:nvGraphicFramePr>
            <p:xfrm>
              <a:off x="-12599200" y="1033761"/>
              <a:ext cx="6400000" cy="3600000"/>
            </p:xfrm>
            <a:graphic>
              <a:graphicData uri="http://schemas.microsoft.com/office/powerpoint/2016/slidezoom">
                <pslz:sldZm>
                  <pslz:sldZmObj sldId="260" cId="2189422960">
                    <pslz:zmPr id="{EEA908D0-76D2-4344-89D2-BA9041045C3E}" transitionDur="1000">
                      <p166:blipFill xmlns:p166="http://schemas.microsoft.com/office/powerpoint/2016/6/main">
                        <a:blip r:embed="rId9"/>
                        <a:stretch>
                          <a:fillRect/>
                        </a:stretch>
                      </p166:blipFill>
                      <p166:spPr xmlns:p166="http://schemas.microsoft.com/office/powerpoint/2016/6/main">
                        <a:xfrm>
                          <a:off x="0" y="0"/>
                          <a:ext cx="6400000" cy="3600000"/>
                        </a:xfrm>
                        <a:prstGeom prst="rect">
                          <a:avLst/>
                        </a:prstGeom>
                        <a:ln w="3175">
                          <a:noFill/>
                        </a:ln>
                      </p166:spPr>
                    </pslz:zmPr>
                  </pslz:sldZmObj>
                </pslz:sldZm>
              </a:graphicData>
            </a:graphic>
          </p:graphicFrame>
        </mc:Choice>
        <mc:Fallback>
          <p:pic>
            <p:nvPicPr>
              <p:cNvPr id="21" name="Vista general de diapositiva 20">
                <a:hlinkClick r:id="rId10" action="ppaction://hlinksldjump"/>
                <a:extLst>
                  <a:ext uri="{FF2B5EF4-FFF2-40B4-BE49-F238E27FC236}">
                    <a16:creationId xmlns:a16="http://schemas.microsoft.com/office/drawing/2014/main" id="{6B6CE966-617D-877B-D232-4482437F1999}"/>
                  </a:ext>
                </a:extLst>
              </p:cNvPr>
              <p:cNvPicPr>
                <a:picLocks noGrp="1" noRot="1" noChangeAspect="1" noMove="1" noResize="1" noEditPoints="1" noAdjustHandles="1" noChangeArrowheads="1" noChangeShapeType="1"/>
              </p:cNvPicPr>
              <p:nvPr/>
            </p:nvPicPr>
            <p:blipFill>
              <a:blip r:embed="rId9"/>
              <a:stretch>
                <a:fillRect/>
              </a:stretch>
            </p:blipFill>
            <p:spPr>
              <a:xfrm>
                <a:off x="-12599200" y="1033761"/>
                <a:ext cx="6400000" cy="3600000"/>
              </a:xfrm>
              <a:prstGeom prst="rect">
                <a:avLst/>
              </a:prstGeom>
              <a:ln w="3175">
                <a:noFill/>
              </a:ln>
            </p:spPr>
          </p:pic>
        </mc:Fallback>
      </mc:AlternateContent>
      <mc:AlternateContent xmlns:mc="http://schemas.openxmlformats.org/markup-compatibility/2006">
        <mc:Choice xmlns:pslz="http://schemas.microsoft.com/office/powerpoint/2016/slidezoom" Requires="pslz">
          <p:graphicFrame>
            <p:nvGraphicFramePr>
              <p:cNvPr id="23" name="Vista general de diapositiva 22">
                <a:extLst>
                  <a:ext uri="{FF2B5EF4-FFF2-40B4-BE49-F238E27FC236}">
                    <a16:creationId xmlns:a16="http://schemas.microsoft.com/office/drawing/2014/main" id="{09A08378-F97C-4D4D-7312-410C4CB9FE5C}"/>
                  </a:ext>
                </a:extLst>
              </p:cNvPr>
              <p:cNvGraphicFramePr>
                <a:graphicFrameLocks noChangeAspect="1"/>
              </p:cNvGraphicFramePr>
              <p:nvPr>
                <p:extLst>
                  <p:ext uri="{D42A27DB-BD31-4B8C-83A1-F6EECF244321}">
                    <p14:modId xmlns:p14="http://schemas.microsoft.com/office/powerpoint/2010/main" val="3765067744"/>
                  </p:ext>
                </p:extLst>
              </p:nvPr>
            </p:nvGraphicFramePr>
            <p:xfrm>
              <a:off x="-19699817" y="1080650"/>
              <a:ext cx="6400000" cy="3600000"/>
            </p:xfrm>
            <a:graphic>
              <a:graphicData uri="http://schemas.microsoft.com/office/powerpoint/2016/slidezoom">
                <pslz:sldZm>
                  <pslz:sldZmObj sldId="261" cId="1830263750">
                    <pslz:zmPr id="{6ABD74FE-FA56-4D23-BBE7-29DEFCE47603}" transitionDur="1000">
                      <p166:blipFill xmlns:p166="http://schemas.microsoft.com/office/powerpoint/2016/6/main">
                        <a:blip r:embed="rId11"/>
                        <a:stretch>
                          <a:fillRect/>
                        </a:stretch>
                      </p166:blipFill>
                      <p166:spPr xmlns:p166="http://schemas.microsoft.com/office/powerpoint/2016/6/main">
                        <a:xfrm>
                          <a:off x="0" y="0"/>
                          <a:ext cx="6400000" cy="3600000"/>
                        </a:xfrm>
                        <a:prstGeom prst="rect">
                          <a:avLst/>
                        </a:prstGeom>
                        <a:ln w="3175">
                          <a:noFill/>
                        </a:ln>
                      </p166:spPr>
                    </pslz:zmPr>
                  </pslz:sldZmObj>
                </pslz:sldZm>
              </a:graphicData>
            </a:graphic>
          </p:graphicFrame>
        </mc:Choice>
        <mc:Fallback>
          <p:pic>
            <p:nvPicPr>
              <p:cNvPr id="23" name="Vista general de diapositiva 22">
                <a:hlinkClick r:id="rId12" action="ppaction://hlinksldjump"/>
                <a:extLst>
                  <a:ext uri="{FF2B5EF4-FFF2-40B4-BE49-F238E27FC236}">
                    <a16:creationId xmlns:a16="http://schemas.microsoft.com/office/drawing/2014/main" id="{09A08378-F97C-4D4D-7312-410C4CB9FE5C}"/>
                  </a:ext>
                </a:extLst>
              </p:cNvPr>
              <p:cNvPicPr>
                <a:picLocks noGrp="1" noRot="1" noChangeAspect="1" noMove="1" noResize="1" noEditPoints="1" noAdjustHandles="1" noChangeArrowheads="1" noChangeShapeType="1"/>
              </p:cNvPicPr>
              <p:nvPr/>
            </p:nvPicPr>
            <p:blipFill>
              <a:blip r:embed="rId11"/>
              <a:stretch>
                <a:fillRect/>
              </a:stretch>
            </p:blipFill>
            <p:spPr>
              <a:xfrm>
                <a:off x="-19699817" y="1080650"/>
                <a:ext cx="6400000" cy="3600000"/>
              </a:xfrm>
              <a:prstGeom prst="rect">
                <a:avLst/>
              </a:prstGeom>
              <a:ln w="3175">
                <a:noFill/>
              </a:ln>
            </p:spPr>
          </p:pic>
        </mc:Fallback>
      </mc:AlternateContent>
      <mc:AlternateContent xmlns:mc="http://schemas.openxmlformats.org/markup-compatibility/2006">
        <mc:Choice xmlns:pslz="http://schemas.microsoft.com/office/powerpoint/2016/slidezoom" Requires="pslz">
          <p:graphicFrame>
            <p:nvGraphicFramePr>
              <p:cNvPr id="25" name="Vista general de diapositiva 24">
                <a:extLst>
                  <a:ext uri="{FF2B5EF4-FFF2-40B4-BE49-F238E27FC236}">
                    <a16:creationId xmlns:a16="http://schemas.microsoft.com/office/drawing/2014/main" id="{6077E362-C614-0AD3-587B-B1880C8C39F5}"/>
                  </a:ext>
                </a:extLst>
              </p:cNvPr>
              <p:cNvGraphicFramePr>
                <a:graphicFrameLocks noChangeAspect="1"/>
              </p:cNvGraphicFramePr>
              <p:nvPr>
                <p:extLst>
                  <p:ext uri="{D42A27DB-BD31-4B8C-83A1-F6EECF244321}">
                    <p14:modId xmlns:p14="http://schemas.microsoft.com/office/powerpoint/2010/main" val="700474500"/>
                  </p:ext>
                </p:extLst>
              </p:nvPr>
            </p:nvGraphicFramePr>
            <p:xfrm>
              <a:off x="-26952834" y="1161229"/>
              <a:ext cx="6400000" cy="3600000"/>
            </p:xfrm>
            <a:graphic>
              <a:graphicData uri="http://schemas.microsoft.com/office/powerpoint/2016/slidezoom">
                <pslz:sldZm>
                  <pslz:sldZmObj sldId="262" cId="1631579452">
                    <pslz:zmPr id="{50F900E6-6132-4920-84DB-1CD721E6AC69}" transitionDur="1000">
                      <p166:blipFill xmlns:p166="http://schemas.microsoft.com/office/powerpoint/2016/6/main">
                        <a:blip r:embed="rId13"/>
                        <a:stretch>
                          <a:fillRect/>
                        </a:stretch>
                      </p166:blipFill>
                      <p166:spPr xmlns:p166="http://schemas.microsoft.com/office/powerpoint/2016/6/main">
                        <a:xfrm>
                          <a:off x="0" y="0"/>
                          <a:ext cx="6400000" cy="3600000"/>
                        </a:xfrm>
                        <a:prstGeom prst="rect">
                          <a:avLst/>
                        </a:prstGeom>
                        <a:ln w="3175">
                          <a:noFill/>
                        </a:ln>
                      </p166:spPr>
                    </pslz:zmPr>
                  </pslz:sldZmObj>
                </pslz:sldZm>
              </a:graphicData>
            </a:graphic>
          </p:graphicFrame>
        </mc:Choice>
        <mc:Fallback>
          <p:pic>
            <p:nvPicPr>
              <p:cNvPr id="25" name="Vista general de diapositiva 24">
                <a:hlinkClick r:id="rId14" action="ppaction://hlinksldjump"/>
                <a:extLst>
                  <a:ext uri="{FF2B5EF4-FFF2-40B4-BE49-F238E27FC236}">
                    <a16:creationId xmlns:a16="http://schemas.microsoft.com/office/drawing/2014/main" id="{6077E362-C614-0AD3-587B-B1880C8C39F5}"/>
                  </a:ext>
                </a:extLst>
              </p:cNvPr>
              <p:cNvPicPr>
                <a:picLocks noGrp="1" noRot="1" noChangeAspect="1" noMove="1" noResize="1" noEditPoints="1" noAdjustHandles="1" noChangeArrowheads="1" noChangeShapeType="1"/>
              </p:cNvPicPr>
              <p:nvPr/>
            </p:nvPicPr>
            <p:blipFill>
              <a:blip r:embed="rId13"/>
              <a:stretch>
                <a:fillRect/>
              </a:stretch>
            </p:blipFill>
            <p:spPr>
              <a:xfrm>
                <a:off x="-26952834" y="1161229"/>
                <a:ext cx="6400000" cy="3600000"/>
              </a:xfrm>
              <a:prstGeom prst="rect">
                <a:avLst/>
              </a:prstGeom>
              <a:ln w="3175">
                <a:noFill/>
              </a:ln>
            </p:spPr>
          </p:pic>
        </mc:Fallback>
      </mc:AlternateContent>
      <p:sp>
        <p:nvSpPr>
          <p:cNvPr id="2" name="Elipse 1">
            <a:extLst>
              <a:ext uri="{FF2B5EF4-FFF2-40B4-BE49-F238E27FC236}">
                <a16:creationId xmlns:a16="http://schemas.microsoft.com/office/drawing/2014/main" id="{F14EA601-1A20-9D4A-37C3-41BFDEB72AD2}"/>
              </a:ext>
            </a:extLst>
          </p:cNvPr>
          <p:cNvSpPr/>
          <p:nvPr/>
        </p:nvSpPr>
        <p:spPr>
          <a:xfrm>
            <a:off x="10347536" y="30713"/>
            <a:ext cx="1706034" cy="1629664"/>
          </a:xfrm>
          <a:prstGeom prst="ellipse">
            <a:avLst/>
          </a:prstGeom>
          <a:gradFill>
            <a:gsLst>
              <a:gs pos="0">
                <a:schemeClr val="bg1"/>
              </a:gs>
              <a:gs pos="100000">
                <a:schemeClr val="accent5">
                  <a:lumMod val="95000"/>
                  <a:lumOff val="5000"/>
                </a:schemeClr>
              </a:gs>
            </a:gsLst>
            <a:path path="circle">
              <a:fillToRect l="50000" t="130000" r="50000" b="-30000"/>
            </a:path>
          </a:gradFill>
          <a:effectLst>
            <a:softEdge rad="4953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Tree>
    <p:extLst>
      <p:ext uri="{BB962C8B-B14F-4D97-AF65-F5344CB8AC3E}">
        <p14:creationId xmlns:p14="http://schemas.microsoft.com/office/powerpoint/2010/main" val="310796157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40000"/>
                <a:lumOff val="60000"/>
              </a:schemeClr>
            </a:gs>
            <a:gs pos="46000">
              <a:schemeClr val="accent5">
                <a:lumMod val="95000"/>
                <a:lumOff val="5000"/>
              </a:schemeClr>
            </a:gs>
            <a:gs pos="100000">
              <a:schemeClr val="tx1"/>
            </a:gs>
          </a:gsLst>
          <a:path path="circle">
            <a:fillToRect l="50000" t="130000" r="50000" b="-30000"/>
          </a:path>
          <a:tileRect/>
        </a:gradFill>
        <a:effectLst/>
      </p:bgPr>
    </p:bg>
    <p:spTree>
      <p:nvGrpSpPr>
        <p:cNvPr id="1" name="">
          <a:extLst>
            <a:ext uri="{FF2B5EF4-FFF2-40B4-BE49-F238E27FC236}">
              <a16:creationId xmlns:a16="http://schemas.microsoft.com/office/drawing/2014/main" id="{04210139-9D63-AF4A-8747-F7A287BAF5A9}"/>
            </a:ext>
          </a:extLst>
        </p:cNvPr>
        <p:cNvGrpSpPr/>
        <p:nvPr/>
      </p:nvGrpSpPr>
      <p:grpSpPr>
        <a:xfrm>
          <a:off x="0" y="0"/>
          <a:ext cx="0" cy="0"/>
          <a:chOff x="0" y="0"/>
          <a:chExt cx="0" cy="0"/>
        </a:xfrm>
      </p:grpSpPr>
      <p:sp>
        <p:nvSpPr>
          <p:cNvPr id="10" name="Rectángulo 9">
            <a:extLst>
              <a:ext uri="{FF2B5EF4-FFF2-40B4-BE49-F238E27FC236}">
                <a16:creationId xmlns:a16="http://schemas.microsoft.com/office/drawing/2014/main" id="{A97CAA5A-0770-D3EA-14D3-7ED3C4E684D8}"/>
              </a:ext>
            </a:extLst>
          </p:cNvPr>
          <p:cNvSpPr/>
          <p:nvPr/>
        </p:nvSpPr>
        <p:spPr>
          <a:xfrm>
            <a:off x="2532888" y="1005840"/>
            <a:ext cx="7278624" cy="3922776"/>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mc:AlternateContent xmlns:mc="http://schemas.openxmlformats.org/markup-compatibility/2006">
        <mc:Choice xmlns:pslz="http://schemas.microsoft.com/office/powerpoint/2016/slidezoom" Requires="pslz">
          <p:graphicFrame>
            <p:nvGraphicFramePr>
              <p:cNvPr id="15" name="Vista general de diapositiva 14">
                <a:extLst>
                  <a:ext uri="{FF2B5EF4-FFF2-40B4-BE49-F238E27FC236}">
                    <a16:creationId xmlns:a16="http://schemas.microsoft.com/office/drawing/2014/main" id="{7D563C66-DA49-544A-71CC-C49CCD211C0F}"/>
                  </a:ext>
                </a:extLst>
              </p:cNvPr>
              <p:cNvGraphicFramePr>
                <a:graphicFrameLocks noChangeAspect="1"/>
              </p:cNvGraphicFramePr>
              <p:nvPr>
                <p:extLst>
                  <p:ext uri="{D42A27DB-BD31-4B8C-83A1-F6EECF244321}">
                    <p14:modId xmlns:p14="http://schemas.microsoft.com/office/powerpoint/2010/main" val="2895642424"/>
                  </p:ext>
                </p:extLst>
              </p:nvPr>
            </p:nvGraphicFramePr>
            <p:xfrm>
              <a:off x="19266852" y="1259200"/>
              <a:ext cx="7436271" cy="4121572"/>
            </p:xfrm>
            <a:graphic>
              <a:graphicData uri="http://schemas.microsoft.com/office/powerpoint/2016/slidezoom">
                <pslz:sldZm>
                  <pslz:sldZmObj sldId="257" cId="3391385030">
                    <pslz:zmPr id="{DBEAD41D-43BC-48FD-9027-82E39E9BF39E}" transitionDur="1000">
                      <p166:blipFill xmlns:p166="http://schemas.microsoft.com/office/powerpoint/2016/6/main">
                        <a:blip r:embed="rId2"/>
                        <a:stretch>
                          <a:fillRect/>
                        </a:stretch>
                      </p166:blipFill>
                      <p166:spPr xmlns:p166="http://schemas.microsoft.com/office/powerpoint/2016/6/main">
                        <a:xfrm>
                          <a:off x="0" y="0"/>
                          <a:ext cx="7436271" cy="4121572"/>
                        </a:xfrm>
                        <a:prstGeom prst="rect">
                          <a:avLst/>
                        </a:prstGeom>
                        <a:ln w="3175">
                          <a:noFill/>
                        </a:ln>
                      </p166:spPr>
                    </pslz:zmPr>
                  </pslz:sldZmObj>
                </pslz:sldZm>
              </a:graphicData>
            </a:graphic>
          </p:graphicFrame>
        </mc:Choice>
        <mc:Fallback>
          <p:pic>
            <p:nvPicPr>
              <p:cNvPr id="15" name="Vista general de diapositiva 14">
                <a:hlinkClick r:id="rId3" action="ppaction://hlinksldjump"/>
                <a:extLst>
                  <a:ext uri="{FF2B5EF4-FFF2-40B4-BE49-F238E27FC236}">
                    <a16:creationId xmlns:a16="http://schemas.microsoft.com/office/drawing/2014/main" id="{7D563C66-DA49-544A-71CC-C49CCD211C0F}"/>
                  </a:ext>
                </a:extLst>
              </p:cNvPr>
              <p:cNvPicPr>
                <a:picLocks noGrp="1" noRot="1" noChangeAspect="1" noMove="1" noResize="1" noEditPoints="1" noAdjustHandles="1" noChangeArrowheads="1" noChangeShapeType="1"/>
              </p:cNvPicPr>
              <p:nvPr/>
            </p:nvPicPr>
            <p:blipFill>
              <a:blip r:embed="rId2"/>
              <a:stretch>
                <a:fillRect/>
              </a:stretch>
            </p:blipFill>
            <p:spPr>
              <a:xfrm>
                <a:off x="19266852" y="1259200"/>
                <a:ext cx="7436271" cy="4121572"/>
              </a:xfrm>
              <a:prstGeom prst="rect">
                <a:avLst/>
              </a:prstGeom>
              <a:ln w="3175">
                <a:noFill/>
              </a:ln>
            </p:spPr>
          </p:pic>
        </mc:Fallback>
      </mc:AlternateContent>
      <p:sp>
        <p:nvSpPr>
          <p:cNvPr id="11" name="CuadroTexto 10">
            <a:extLst>
              <a:ext uri="{FF2B5EF4-FFF2-40B4-BE49-F238E27FC236}">
                <a16:creationId xmlns:a16="http://schemas.microsoft.com/office/drawing/2014/main" id="{CECD6F45-43AE-1EC7-1F5A-DDB6A825BFA4}"/>
              </a:ext>
            </a:extLst>
          </p:cNvPr>
          <p:cNvSpPr txBox="1"/>
          <p:nvPr/>
        </p:nvSpPr>
        <p:spPr>
          <a:xfrm>
            <a:off x="213360" y="0"/>
            <a:ext cx="12100560" cy="830997"/>
          </a:xfrm>
          <a:prstGeom prst="rect">
            <a:avLst/>
          </a:prstGeom>
          <a:gradFill>
            <a:gsLst>
              <a:gs pos="0">
                <a:schemeClr val="accent5">
                  <a:lumMod val="40000"/>
                  <a:lumOff val="60000"/>
                </a:schemeClr>
              </a:gs>
              <a:gs pos="46000">
                <a:schemeClr val="accent5">
                  <a:lumMod val="95000"/>
                  <a:lumOff val="5000"/>
                </a:schemeClr>
              </a:gs>
              <a:gs pos="100000">
                <a:schemeClr val="tx1"/>
              </a:gs>
            </a:gsLst>
            <a:path path="circle">
              <a:fillToRect l="50000" t="130000" r="50000" b="-30000"/>
            </a:path>
          </a:gradFill>
        </p:spPr>
        <p:txBody>
          <a:bodyPr wrap="square" rtlCol="0">
            <a:spAutoFit/>
          </a:bodyPr>
          <a:lstStyle/>
          <a:p>
            <a:pPr algn="ctr"/>
            <a:r>
              <a:rPr lang="es-CO" sz="4800" dirty="0">
                <a:latin typeface="Arial Black" panose="020B0A04020102020204" pitchFamily="34" charset="0"/>
              </a:rPr>
              <a:t>INGENIERIA DE SOFTWARE</a:t>
            </a:r>
          </a:p>
        </p:txBody>
      </p:sp>
      <p:pic>
        <p:nvPicPr>
          <p:cNvPr id="9" name="Imagen 8">
            <a:extLst>
              <a:ext uri="{FF2B5EF4-FFF2-40B4-BE49-F238E27FC236}">
                <a16:creationId xmlns:a16="http://schemas.microsoft.com/office/drawing/2014/main" id="{10CF2D02-D0DC-085D-C755-3194FD5A98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72447" y="-1035702"/>
            <a:ext cx="9599506" cy="9112284"/>
          </a:xfrm>
          <a:prstGeom prst="rect">
            <a:avLst/>
          </a:prstGeom>
          <a:effectLst>
            <a:outerShdw blurRad="88900" dist="38100" dir="2700000" algn="tl" rotWithShape="0">
              <a:schemeClr val="bg1">
                <a:alpha val="40000"/>
              </a:schemeClr>
            </a:outerShdw>
          </a:effectLst>
        </p:spPr>
      </p:pic>
      <p:sp>
        <p:nvSpPr>
          <p:cNvPr id="12" name="Elipse 11">
            <a:extLst>
              <a:ext uri="{FF2B5EF4-FFF2-40B4-BE49-F238E27FC236}">
                <a16:creationId xmlns:a16="http://schemas.microsoft.com/office/drawing/2014/main" id="{18D18B81-AA07-9233-8525-9F963ACB32B5}"/>
              </a:ext>
            </a:extLst>
          </p:cNvPr>
          <p:cNvSpPr/>
          <p:nvPr/>
        </p:nvSpPr>
        <p:spPr>
          <a:xfrm>
            <a:off x="519430" y="-500934"/>
            <a:ext cx="1706034" cy="1629664"/>
          </a:xfrm>
          <a:prstGeom prst="ellipse">
            <a:avLst/>
          </a:prstGeom>
          <a:gradFill>
            <a:gsLst>
              <a:gs pos="0">
                <a:schemeClr val="bg1"/>
              </a:gs>
              <a:gs pos="100000">
                <a:schemeClr val="accent5">
                  <a:lumMod val="95000"/>
                  <a:lumOff val="5000"/>
                </a:schemeClr>
              </a:gs>
            </a:gsLst>
            <a:path path="circle">
              <a:fillToRect l="50000" t="130000" r="50000" b="-30000"/>
            </a:path>
          </a:gradFill>
          <a:effectLst>
            <a:softEdge rad="4953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3" name="Elipse 12">
            <a:extLst>
              <a:ext uri="{FF2B5EF4-FFF2-40B4-BE49-F238E27FC236}">
                <a16:creationId xmlns:a16="http://schemas.microsoft.com/office/drawing/2014/main" id="{2977196D-B279-59F8-43C2-ADD3CF6B7C1A}"/>
              </a:ext>
            </a:extLst>
          </p:cNvPr>
          <p:cNvSpPr/>
          <p:nvPr/>
        </p:nvSpPr>
        <p:spPr>
          <a:xfrm>
            <a:off x="671830" y="-348534"/>
            <a:ext cx="1706034" cy="1629664"/>
          </a:xfrm>
          <a:prstGeom prst="ellipse">
            <a:avLst/>
          </a:prstGeom>
          <a:gradFill>
            <a:gsLst>
              <a:gs pos="0">
                <a:schemeClr val="bg1"/>
              </a:gs>
              <a:gs pos="100000">
                <a:schemeClr val="accent5">
                  <a:lumMod val="95000"/>
                  <a:lumOff val="5000"/>
                </a:schemeClr>
              </a:gs>
            </a:gsLst>
            <a:path path="circle">
              <a:fillToRect l="50000" t="130000" r="50000" b="-30000"/>
            </a:path>
          </a:gradFill>
          <a:effectLst>
            <a:softEdge rad="4953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mc:AlternateContent xmlns:mc="http://schemas.openxmlformats.org/markup-compatibility/2006">
        <mc:Choice xmlns:pslz="http://schemas.microsoft.com/office/powerpoint/2016/slidezoom" Requires="pslz">
          <p:graphicFrame>
            <p:nvGraphicFramePr>
              <p:cNvPr id="19" name="Vista general de diapositiva 18">
                <a:extLst>
                  <a:ext uri="{FF2B5EF4-FFF2-40B4-BE49-F238E27FC236}">
                    <a16:creationId xmlns:a16="http://schemas.microsoft.com/office/drawing/2014/main" id="{103862FB-ACA6-8C82-70D6-1ABD8966662F}"/>
                  </a:ext>
                </a:extLst>
              </p:cNvPr>
              <p:cNvGraphicFramePr>
                <a:graphicFrameLocks noChangeAspect="1"/>
              </p:cNvGraphicFramePr>
              <p:nvPr>
                <p:extLst>
                  <p:ext uri="{D42A27DB-BD31-4B8C-83A1-F6EECF244321}">
                    <p14:modId xmlns:p14="http://schemas.microsoft.com/office/powerpoint/2010/main" val="2778329449"/>
                  </p:ext>
                </p:extLst>
              </p:nvPr>
            </p:nvGraphicFramePr>
            <p:xfrm>
              <a:off x="2662653" y="1084843"/>
              <a:ext cx="6996459" cy="3804242"/>
            </p:xfrm>
            <a:graphic>
              <a:graphicData uri="http://schemas.microsoft.com/office/powerpoint/2016/slidezoom">
                <pslz:sldZm>
                  <pslz:sldZmObj sldId="259" cId="1848172118">
                    <pslz:zmPr id="{E72A4A0F-C23C-42AD-9A35-8516905CB4BF}" transitionDur="1000">
                      <p166:blipFill xmlns:p166="http://schemas.microsoft.com/office/powerpoint/2016/6/main">
                        <a:blip r:embed="rId5"/>
                        <a:stretch>
                          <a:fillRect/>
                        </a:stretch>
                      </p166:blipFill>
                      <p166:spPr xmlns:p166="http://schemas.microsoft.com/office/powerpoint/2016/6/main">
                        <a:xfrm>
                          <a:off x="0" y="0"/>
                          <a:ext cx="6996459" cy="3804242"/>
                        </a:xfrm>
                        <a:prstGeom prst="rect">
                          <a:avLst/>
                        </a:prstGeom>
                        <a:ln w="3175">
                          <a:noFill/>
                        </a:ln>
                      </p166:spPr>
                    </pslz:zmPr>
                  </pslz:sldZmObj>
                </pslz:sldZm>
              </a:graphicData>
            </a:graphic>
          </p:graphicFrame>
        </mc:Choice>
        <mc:Fallback>
          <p:pic>
            <p:nvPicPr>
              <p:cNvPr id="19" name="Vista general de diapositiva 18">
                <a:hlinkClick r:id="rId6" action="ppaction://hlinksldjump"/>
                <a:extLst>
                  <a:ext uri="{FF2B5EF4-FFF2-40B4-BE49-F238E27FC236}">
                    <a16:creationId xmlns:a16="http://schemas.microsoft.com/office/drawing/2014/main" id="{103862FB-ACA6-8C82-70D6-1ABD8966662F}"/>
                  </a:ext>
                </a:extLst>
              </p:cNvPr>
              <p:cNvPicPr>
                <a:picLocks noGrp="1" noRot="1" noChangeAspect="1" noMove="1" noResize="1" noEditPoints="1" noAdjustHandles="1" noChangeArrowheads="1" noChangeShapeType="1"/>
              </p:cNvPicPr>
              <p:nvPr/>
            </p:nvPicPr>
            <p:blipFill>
              <a:blip r:embed="rId5"/>
              <a:stretch>
                <a:fillRect/>
              </a:stretch>
            </p:blipFill>
            <p:spPr>
              <a:xfrm>
                <a:off x="2662653" y="1084843"/>
                <a:ext cx="6996459" cy="3804242"/>
              </a:xfrm>
              <a:prstGeom prst="rect">
                <a:avLst/>
              </a:prstGeom>
              <a:ln w="3175">
                <a:noFill/>
              </a:ln>
            </p:spPr>
          </p:pic>
        </mc:Fallback>
      </mc:AlternateContent>
      <mc:AlternateContent xmlns:mc="http://schemas.openxmlformats.org/markup-compatibility/2006">
        <mc:Choice xmlns:pslz="http://schemas.microsoft.com/office/powerpoint/2016/slidezoom" Requires="pslz">
          <p:graphicFrame>
            <p:nvGraphicFramePr>
              <p:cNvPr id="17" name="Vista general de diapositiva 16">
                <a:extLst>
                  <a:ext uri="{FF2B5EF4-FFF2-40B4-BE49-F238E27FC236}">
                    <a16:creationId xmlns:a16="http://schemas.microsoft.com/office/drawing/2014/main" id="{4DA5C8BF-708F-7DC5-1434-E3331F30F983}"/>
                  </a:ext>
                </a:extLst>
              </p:cNvPr>
              <p:cNvGraphicFramePr>
                <a:graphicFrameLocks noChangeAspect="1"/>
              </p:cNvGraphicFramePr>
              <p:nvPr>
                <p:extLst>
                  <p:ext uri="{D42A27DB-BD31-4B8C-83A1-F6EECF244321}">
                    <p14:modId xmlns:p14="http://schemas.microsoft.com/office/powerpoint/2010/main" val="2723321729"/>
                  </p:ext>
                </p:extLst>
              </p:nvPr>
            </p:nvGraphicFramePr>
            <p:xfrm>
              <a:off x="11447022" y="1277502"/>
              <a:ext cx="6400000" cy="3600000"/>
            </p:xfrm>
            <a:graphic>
              <a:graphicData uri="http://schemas.microsoft.com/office/powerpoint/2016/slidezoom">
                <pslz:sldZm>
                  <pslz:sldZmObj sldId="258" cId="2726730262">
                    <pslz:zmPr id="{78E24BB0-5DAA-4409-B9B1-90FBB5BA5925}" transitionDur="1000">
                      <p166:blipFill xmlns:p166="http://schemas.microsoft.com/office/powerpoint/2016/6/main">
                        <a:blip r:embed="rId7"/>
                        <a:stretch>
                          <a:fillRect/>
                        </a:stretch>
                      </p166:blipFill>
                      <p166:spPr xmlns:p166="http://schemas.microsoft.com/office/powerpoint/2016/6/main">
                        <a:xfrm>
                          <a:off x="0" y="0"/>
                          <a:ext cx="6400000" cy="3600000"/>
                        </a:xfrm>
                        <a:prstGeom prst="rect">
                          <a:avLst/>
                        </a:prstGeom>
                        <a:ln w="3175">
                          <a:noFill/>
                        </a:ln>
                      </p166:spPr>
                    </pslz:zmPr>
                  </pslz:sldZmObj>
                </pslz:sldZm>
              </a:graphicData>
            </a:graphic>
          </p:graphicFrame>
        </mc:Choice>
        <mc:Fallback>
          <p:pic>
            <p:nvPicPr>
              <p:cNvPr id="17" name="Vista general de diapositiva 16">
                <a:hlinkClick r:id="rId8" action="ppaction://hlinksldjump"/>
                <a:extLst>
                  <a:ext uri="{FF2B5EF4-FFF2-40B4-BE49-F238E27FC236}">
                    <a16:creationId xmlns:a16="http://schemas.microsoft.com/office/drawing/2014/main" id="{4DA5C8BF-708F-7DC5-1434-E3331F30F983}"/>
                  </a:ext>
                </a:extLst>
              </p:cNvPr>
              <p:cNvPicPr>
                <a:picLocks noGrp="1" noRot="1" noChangeAspect="1" noMove="1" noResize="1" noEditPoints="1" noAdjustHandles="1" noChangeArrowheads="1" noChangeShapeType="1"/>
              </p:cNvPicPr>
              <p:nvPr/>
            </p:nvPicPr>
            <p:blipFill>
              <a:blip r:embed="rId7"/>
              <a:stretch>
                <a:fillRect/>
              </a:stretch>
            </p:blipFill>
            <p:spPr>
              <a:xfrm>
                <a:off x="11447022" y="1277502"/>
                <a:ext cx="6400000" cy="3600000"/>
              </a:xfrm>
              <a:prstGeom prst="rect">
                <a:avLst/>
              </a:prstGeom>
              <a:ln w="3175">
                <a:noFill/>
              </a:ln>
            </p:spPr>
          </p:pic>
        </mc:Fallback>
      </mc:AlternateContent>
      <mc:AlternateContent xmlns:mc="http://schemas.openxmlformats.org/markup-compatibility/2006">
        <mc:Choice xmlns:pslz="http://schemas.microsoft.com/office/powerpoint/2016/slidezoom" Requires="pslz">
          <p:graphicFrame>
            <p:nvGraphicFramePr>
              <p:cNvPr id="21" name="Vista general de diapositiva 20">
                <a:extLst>
                  <a:ext uri="{FF2B5EF4-FFF2-40B4-BE49-F238E27FC236}">
                    <a16:creationId xmlns:a16="http://schemas.microsoft.com/office/drawing/2014/main" id="{4F4A800E-C79C-93E1-66A9-530162B5F42E}"/>
                  </a:ext>
                </a:extLst>
              </p:cNvPr>
              <p:cNvGraphicFramePr>
                <a:graphicFrameLocks noChangeAspect="1"/>
              </p:cNvGraphicFramePr>
              <p:nvPr>
                <p:extLst>
                  <p:ext uri="{D42A27DB-BD31-4B8C-83A1-F6EECF244321}">
                    <p14:modId xmlns:p14="http://schemas.microsoft.com/office/powerpoint/2010/main" val="3907443927"/>
                  </p:ext>
                </p:extLst>
              </p:nvPr>
            </p:nvGraphicFramePr>
            <p:xfrm>
              <a:off x="-4304301" y="1131732"/>
              <a:ext cx="6400000" cy="3600000"/>
            </p:xfrm>
            <a:graphic>
              <a:graphicData uri="http://schemas.microsoft.com/office/powerpoint/2016/slidezoom">
                <pslz:sldZm>
                  <pslz:sldZmObj sldId="260" cId="2189422960">
                    <pslz:zmPr id="{EEA908D0-76D2-4344-89D2-BA9041045C3E}" transitionDur="1000">
                      <p166:blipFill xmlns:p166="http://schemas.microsoft.com/office/powerpoint/2016/6/main">
                        <a:blip r:embed="rId9"/>
                        <a:stretch>
                          <a:fillRect/>
                        </a:stretch>
                      </p166:blipFill>
                      <p166:spPr xmlns:p166="http://schemas.microsoft.com/office/powerpoint/2016/6/main">
                        <a:xfrm>
                          <a:off x="0" y="0"/>
                          <a:ext cx="6400000" cy="3600000"/>
                        </a:xfrm>
                        <a:prstGeom prst="rect">
                          <a:avLst/>
                        </a:prstGeom>
                        <a:ln w="3175">
                          <a:noFill/>
                        </a:ln>
                      </p166:spPr>
                    </pslz:zmPr>
                  </pslz:sldZmObj>
                </pslz:sldZm>
              </a:graphicData>
            </a:graphic>
          </p:graphicFrame>
        </mc:Choice>
        <mc:Fallback>
          <p:pic>
            <p:nvPicPr>
              <p:cNvPr id="21" name="Vista general de diapositiva 20">
                <a:hlinkClick r:id="rId10" action="ppaction://hlinksldjump"/>
                <a:extLst>
                  <a:ext uri="{FF2B5EF4-FFF2-40B4-BE49-F238E27FC236}">
                    <a16:creationId xmlns:a16="http://schemas.microsoft.com/office/drawing/2014/main" id="{4F4A800E-C79C-93E1-66A9-530162B5F42E}"/>
                  </a:ext>
                </a:extLst>
              </p:cNvPr>
              <p:cNvPicPr>
                <a:picLocks noGrp="1" noRot="1" noChangeAspect="1" noMove="1" noResize="1" noEditPoints="1" noAdjustHandles="1" noChangeArrowheads="1" noChangeShapeType="1"/>
              </p:cNvPicPr>
              <p:nvPr/>
            </p:nvPicPr>
            <p:blipFill>
              <a:blip r:embed="rId9"/>
              <a:stretch>
                <a:fillRect/>
              </a:stretch>
            </p:blipFill>
            <p:spPr>
              <a:xfrm>
                <a:off x="-4304301" y="1131732"/>
                <a:ext cx="6400000" cy="3600000"/>
              </a:xfrm>
              <a:prstGeom prst="rect">
                <a:avLst/>
              </a:prstGeom>
              <a:ln w="3175">
                <a:noFill/>
              </a:ln>
            </p:spPr>
          </p:pic>
        </mc:Fallback>
      </mc:AlternateContent>
      <mc:AlternateContent xmlns:mc="http://schemas.openxmlformats.org/markup-compatibility/2006">
        <mc:Choice xmlns:pslz="http://schemas.microsoft.com/office/powerpoint/2016/slidezoom" Requires="pslz">
          <p:graphicFrame>
            <p:nvGraphicFramePr>
              <p:cNvPr id="23" name="Vista general de diapositiva 22">
                <a:extLst>
                  <a:ext uri="{FF2B5EF4-FFF2-40B4-BE49-F238E27FC236}">
                    <a16:creationId xmlns:a16="http://schemas.microsoft.com/office/drawing/2014/main" id="{1B829519-B42A-BF90-CDB2-9D4E4FB21B89}"/>
                  </a:ext>
                </a:extLst>
              </p:cNvPr>
              <p:cNvGraphicFramePr>
                <a:graphicFrameLocks noChangeAspect="1"/>
              </p:cNvGraphicFramePr>
              <p:nvPr>
                <p:extLst>
                  <p:ext uri="{D42A27DB-BD31-4B8C-83A1-F6EECF244321}">
                    <p14:modId xmlns:p14="http://schemas.microsoft.com/office/powerpoint/2010/main" val="4234465702"/>
                  </p:ext>
                </p:extLst>
              </p:nvPr>
            </p:nvGraphicFramePr>
            <p:xfrm>
              <a:off x="-11404918" y="1178621"/>
              <a:ext cx="6400000" cy="3600000"/>
            </p:xfrm>
            <a:graphic>
              <a:graphicData uri="http://schemas.microsoft.com/office/powerpoint/2016/slidezoom">
                <pslz:sldZm>
                  <pslz:sldZmObj sldId="261" cId="1830263750">
                    <pslz:zmPr id="{6ABD74FE-FA56-4D23-BBE7-29DEFCE47603}" transitionDur="1000">
                      <p166:blipFill xmlns:p166="http://schemas.microsoft.com/office/powerpoint/2016/6/main">
                        <a:blip r:embed="rId11"/>
                        <a:stretch>
                          <a:fillRect/>
                        </a:stretch>
                      </p166:blipFill>
                      <p166:spPr xmlns:p166="http://schemas.microsoft.com/office/powerpoint/2016/6/main">
                        <a:xfrm>
                          <a:off x="0" y="0"/>
                          <a:ext cx="6400000" cy="3600000"/>
                        </a:xfrm>
                        <a:prstGeom prst="rect">
                          <a:avLst/>
                        </a:prstGeom>
                        <a:ln w="3175">
                          <a:noFill/>
                        </a:ln>
                      </p166:spPr>
                    </pslz:zmPr>
                  </pslz:sldZmObj>
                </pslz:sldZm>
              </a:graphicData>
            </a:graphic>
          </p:graphicFrame>
        </mc:Choice>
        <mc:Fallback>
          <p:pic>
            <p:nvPicPr>
              <p:cNvPr id="23" name="Vista general de diapositiva 22">
                <a:hlinkClick r:id="rId12" action="ppaction://hlinksldjump"/>
                <a:extLst>
                  <a:ext uri="{FF2B5EF4-FFF2-40B4-BE49-F238E27FC236}">
                    <a16:creationId xmlns:a16="http://schemas.microsoft.com/office/drawing/2014/main" id="{1B829519-B42A-BF90-CDB2-9D4E4FB21B89}"/>
                  </a:ext>
                </a:extLst>
              </p:cNvPr>
              <p:cNvPicPr>
                <a:picLocks noGrp="1" noRot="1" noChangeAspect="1" noMove="1" noResize="1" noEditPoints="1" noAdjustHandles="1" noChangeArrowheads="1" noChangeShapeType="1"/>
              </p:cNvPicPr>
              <p:nvPr/>
            </p:nvPicPr>
            <p:blipFill>
              <a:blip r:embed="rId11"/>
              <a:stretch>
                <a:fillRect/>
              </a:stretch>
            </p:blipFill>
            <p:spPr>
              <a:xfrm>
                <a:off x="-11404918" y="1178621"/>
                <a:ext cx="6400000" cy="3600000"/>
              </a:xfrm>
              <a:prstGeom prst="rect">
                <a:avLst/>
              </a:prstGeom>
              <a:ln w="3175">
                <a:noFill/>
              </a:ln>
            </p:spPr>
          </p:pic>
        </mc:Fallback>
      </mc:AlternateContent>
      <mc:AlternateContent xmlns:mc="http://schemas.openxmlformats.org/markup-compatibility/2006">
        <mc:Choice xmlns:pslz="http://schemas.microsoft.com/office/powerpoint/2016/slidezoom" Requires="pslz">
          <p:graphicFrame>
            <p:nvGraphicFramePr>
              <p:cNvPr id="25" name="Vista general de diapositiva 24">
                <a:extLst>
                  <a:ext uri="{FF2B5EF4-FFF2-40B4-BE49-F238E27FC236}">
                    <a16:creationId xmlns:a16="http://schemas.microsoft.com/office/drawing/2014/main" id="{60B0148F-7CF9-0AF6-B9E5-29B64A1751BD}"/>
                  </a:ext>
                </a:extLst>
              </p:cNvPr>
              <p:cNvGraphicFramePr>
                <a:graphicFrameLocks noChangeAspect="1"/>
              </p:cNvGraphicFramePr>
              <p:nvPr>
                <p:extLst>
                  <p:ext uri="{D42A27DB-BD31-4B8C-83A1-F6EECF244321}">
                    <p14:modId xmlns:p14="http://schemas.microsoft.com/office/powerpoint/2010/main" val="3225529821"/>
                  </p:ext>
                </p:extLst>
              </p:nvPr>
            </p:nvGraphicFramePr>
            <p:xfrm>
              <a:off x="-18657935" y="1259200"/>
              <a:ext cx="6400000" cy="3600000"/>
            </p:xfrm>
            <a:graphic>
              <a:graphicData uri="http://schemas.microsoft.com/office/powerpoint/2016/slidezoom">
                <pslz:sldZm>
                  <pslz:sldZmObj sldId="262" cId="1631579452">
                    <pslz:zmPr id="{50F900E6-6132-4920-84DB-1CD721E6AC69}" transitionDur="1000">
                      <p166:blipFill xmlns:p166="http://schemas.microsoft.com/office/powerpoint/2016/6/main">
                        <a:blip r:embed="rId13"/>
                        <a:stretch>
                          <a:fillRect/>
                        </a:stretch>
                      </p166:blipFill>
                      <p166:spPr xmlns:p166="http://schemas.microsoft.com/office/powerpoint/2016/6/main">
                        <a:xfrm>
                          <a:off x="0" y="0"/>
                          <a:ext cx="6400000" cy="3600000"/>
                        </a:xfrm>
                        <a:prstGeom prst="rect">
                          <a:avLst/>
                        </a:prstGeom>
                        <a:ln w="3175">
                          <a:noFill/>
                        </a:ln>
                      </p166:spPr>
                    </pslz:zmPr>
                  </pslz:sldZmObj>
                </pslz:sldZm>
              </a:graphicData>
            </a:graphic>
          </p:graphicFrame>
        </mc:Choice>
        <mc:Fallback>
          <p:pic>
            <p:nvPicPr>
              <p:cNvPr id="25" name="Vista general de diapositiva 24">
                <a:hlinkClick r:id="rId14" action="ppaction://hlinksldjump"/>
                <a:extLst>
                  <a:ext uri="{FF2B5EF4-FFF2-40B4-BE49-F238E27FC236}">
                    <a16:creationId xmlns:a16="http://schemas.microsoft.com/office/drawing/2014/main" id="{60B0148F-7CF9-0AF6-B9E5-29B64A1751BD}"/>
                  </a:ext>
                </a:extLst>
              </p:cNvPr>
              <p:cNvPicPr>
                <a:picLocks noGrp="1" noRot="1" noChangeAspect="1" noMove="1" noResize="1" noEditPoints="1" noAdjustHandles="1" noChangeArrowheads="1" noChangeShapeType="1"/>
              </p:cNvPicPr>
              <p:nvPr/>
            </p:nvPicPr>
            <p:blipFill>
              <a:blip r:embed="rId13"/>
              <a:stretch>
                <a:fillRect/>
              </a:stretch>
            </p:blipFill>
            <p:spPr>
              <a:xfrm>
                <a:off x="-18657935" y="1259200"/>
                <a:ext cx="6400000" cy="3600000"/>
              </a:xfrm>
              <a:prstGeom prst="rect">
                <a:avLst/>
              </a:prstGeom>
              <a:ln w="3175">
                <a:noFill/>
              </a:ln>
            </p:spPr>
          </p:pic>
        </mc:Fallback>
      </mc:AlternateContent>
      <p:sp>
        <p:nvSpPr>
          <p:cNvPr id="2" name="Elipse 1">
            <a:extLst>
              <a:ext uri="{FF2B5EF4-FFF2-40B4-BE49-F238E27FC236}">
                <a16:creationId xmlns:a16="http://schemas.microsoft.com/office/drawing/2014/main" id="{0CD4D451-44C5-3CE2-F382-A8E4D0174F79}"/>
              </a:ext>
            </a:extLst>
          </p:cNvPr>
          <p:cNvSpPr/>
          <p:nvPr/>
        </p:nvSpPr>
        <p:spPr>
          <a:xfrm>
            <a:off x="10347536" y="30713"/>
            <a:ext cx="1706034" cy="1629664"/>
          </a:xfrm>
          <a:prstGeom prst="ellipse">
            <a:avLst/>
          </a:prstGeom>
          <a:gradFill>
            <a:gsLst>
              <a:gs pos="0">
                <a:schemeClr val="bg1"/>
              </a:gs>
              <a:gs pos="100000">
                <a:schemeClr val="accent5">
                  <a:lumMod val="95000"/>
                  <a:lumOff val="5000"/>
                </a:schemeClr>
              </a:gs>
            </a:gsLst>
            <a:path path="circle">
              <a:fillToRect l="50000" t="130000" r="50000" b="-30000"/>
            </a:path>
          </a:gradFill>
          <a:effectLst>
            <a:softEdge rad="4953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Tree>
    <p:extLst>
      <p:ext uri="{BB962C8B-B14F-4D97-AF65-F5344CB8AC3E}">
        <p14:creationId xmlns:p14="http://schemas.microsoft.com/office/powerpoint/2010/main" val="354828862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40000"/>
                <a:lumOff val="60000"/>
              </a:schemeClr>
            </a:gs>
            <a:gs pos="46000">
              <a:schemeClr val="accent5">
                <a:lumMod val="95000"/>
                <a:lumOff val="5000"/>
              </a:schemeClr>
            </a:gs>
            <a:gs pos="100000">
              <a:schemeClr val="tx1"/>
            </a:gs>
          </a:gsLst>
          <a:path path="circle">
            <a:fillToRect l="50000" t="130000" r="50000" b="-30000"/>
          </a:path>
          <a:tileRect/>
        </a:gradFill>
        <a:effectLst/>
      </p:bgPr>
    </p:bg>
    <p:spTree>
      <p:nvGrpSpPr>
        <p:cNvPr id="1" name="">
          <a:extLst>
            <a:ext uri="{FF2B5EF4-FFF2-40B4-BE49-F238E27FC236}">
              <a16:creationId xmlns:a16="http://schemas.microsoft.com/office/drawing/2014/main" id="{93E8162E-1C76-A5B1-FFF1-C4D3797573D7}"/>
            </a:ext>
          </a:extLst>
        </p:cNvPr>
        <p:cNvGrpSpPr/>
        <p:nvPr/>
      </p:nvGrpSpPr>
      <p:grpSpPr>
        <a:xfrm>
          <a:off x="0" y="0"/>
          <a:ext cx="0" cy="0"/>
          <a:chOff x="0" y="0"/>
          <a:chExt cx="0" cy="0"/>
        </a:xfrm>
      </p:grpSpPr>
      <p:sp>
        <p:nvSpPr>
          <p:cNvPr id="10" name="Rectángulo 9">
            <a:extLst>
              <a:ext uri="{FF2B5EF4-FFF2-40B4-BE49-F238E27FC236}">
                <a16:creationId xmlns:a16="http://schemas.microsoft.com/office/drawing/2014/main" id="{0143C8DC-AC58-69AB-DCA3-601D7B2E00C4}"/>
              </a:ext>
            </a:extLst>
          </p:cNvPr>
          <p:cNvSpPr/>
          <p:nvPr/>
        </p:nvSpPr>
        <p:spPr>
          <a:xfrm>
            <a:off x="2532888" y="1005840"/>
            <a:ext cx="7278624" cy="3922776"/>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mc:AlternateContent xmlns:mc="http://schemas.openxmlformats.org/markup-compatibility/2006">
        <mc:Choice xmlns:pslz="http://schemas.microsoft.com/office/powerpoint/2016/slidezoom" Requires="pslz">
          <p:graphicFrame>
            <p:nvGraphicFramePr>
              <p:cNvPr id="15" name="Vista general de diapositiva 14">
                <a:extLst>
                  <a:ext uri="{FF2B5EF4-FFF2-40B4-BE49-F238E27FC236}">
                    <a16:creationId xmlns:a16="http://schemas.microsoft.com/office/drawing/2014/main" id="{CCA058D8-C711-93F3-FF77-302EE5C9A3BE}"/>
                  </a:ext>
                </a:extLst>
              </p:cNvPr>
              <p:cNvGraphicFramePr>
                <a:graphicFrameLocks noChangeAspect="1"/>
              </p:cNvGraphicFramePr>
              <p:nvPr>
                <p:extLst>
                  <p:ext uri="{D42A27DB-BD31-4B8C-83A1-F6EECF244321}">
                    <p14:modId xmlns:p14="http://schemas.microsoft.com/office/powerpoint/2010/main" val="3052311858"/>
                  </p:ext>
                </p:extLst>
              </p:nvPr>
            </p:nvGraphicFramePr>
            <p:xfrm>
              <a:off x="26549388" y="1259200"/>
              <a:ext cx="7436271" cy="4121572"/>
            </p:xfrm>
            <a:graphic>
              <a:graphicData uri="http://schemas.microsoft.com/office/powerpoint/2016/slidezoom">
                <pslz:sldZm>
                  <pslz:sldZmObj sldId="257" cId="3391385030">
                    <pslz:zmPr id="{DBEAD41D-43BC-48FD-9027-82E39E9BF39E}" transitionDur="1000">
                      <p166:blipFill xmlns:p166="http://schemas.microsoft.com/office/powerpoint/2016/6/main">
                        <a:blip r:embed="rId2"/>
                        <a:stretch>
                          <a:fillRect/>
                        </a:stretch>
                      </p166:blipFill>
                      <p166:spPr xmlns:p166="http://schemas.microsoft.com/office/powerpoint/2016/6/main">
                        <a:xfrm>
                          <a:off x="0" y="0"/>
                          <a:ext cx="7436271" cy="4121572"/>
                        </a:xfrm>
                        <a:prstGeom prst="rect">
                          <a:avLst/>
                        </a:prstGeom>
                        <a:ln w="3175">
                          <a:noFill/>
                        </a:ln>
                      </p166:spPr>
                    </pslz:zmPr>
                  </pslz:sldZmObj>
                </pslz:sldZm>
              </a:graphicData>
            </a:graphic>
          </p:graphicFrame>
        </mc:Choice>
        <mc:Fallback>
          <p:pic>
            <p:nvPicPr>
              <p:cNvPr id="15" name="Vista general de diapositiva 14">
                <a:hlinkClick r:id="rId3" action="ppaction://hlinksldjump"/>
                <a:extLst>
                  <a:ext uri="{FF2B5EF4-FFF2-40B4-BE49-F238E27FC236}">
                    <a16:creationId xmlns:a16="http://schemas.microsoft.com/office/drawing/2014/main" id="{CCA058D8-C711-93F3-FF77-302EE5C9A3BE}"/>
                  </a:ext>
                </a:extLst>
              </p:cNvPr>
              <p:cNvPicPr>
                <a:picLocks noGrp="1" noRot="1" noChangeAspect="1" noMove="1" noResize="1" noEditPoints="1" noAdjustHandles="1" noChangeArrowheads="1" noChangeShapeType="1"/>
              </p:cNvPicPr>
              <p:nvPr/>
            </p:nvPicPr>
            <p:blipFill>
              <a:blip r:embed="rId2"/>
              <a:stretch>
                <a:fillRect/>
              </a:stretch>
            </p:blipFill>
            <p:spPr>
              <a:xfrm>
                <a:off x="26549388" y="1259200"/>
                <a:ext cx="7436271" cy="4121572"/>
              </a:xfrm>
              <a:prstGeom prst="rect">
                <a:avLst/>
              </a:prstGeom>
              <a:ln w="3175">
                <a:noFill/>
              </a:ln>
            </p:spPr>
          </p:pic>
        </mc:Fallback>
      </mc:AlternateContent>
      <p:sp>
        <p:nvSpPr>
          <p:cNvPr id="11" name="CuadroTexto 10">
            <a:extLst>
              <a:ext uri="{FF2B5EF4-FFF2-40B4-BE49-F238E27FC236}">
                <a16:creationId xmlns:a16="http://schemas.microsoft.com/office/drawing/2014/main" id="{E895C3EE-75A8-E5D6-AA32-9F41CAFB390B}"/>
              </a:ext>
            </a:extLst>
          </p:cNvPr>
          <p:cNvSpPr txBox="1"/>
          <p:nvPr/>
        </p:nvSpPr>
        <p:spPr>
          <a:xfrm>
            <a:off x="213360" y="0"/>
            <a:ext cx="12100560" cy="830997"/>
          </a:xfrm>
          <a:prstGeom prst="rect">
            <a:avLst/>
          </a:prstGeom>
          <a:gradFill>
            <a:gsLst>
              <a:gs pos="0">
                <a:schemeClr val="accent5">
                  <a:lumMod val="40000"/>
                  <a:lumOff val="60000"/>
                </a:schemeClr>
              </a:gs>
              <a:gs pos="46000">
                <a:schemeClr val="accent5">
                  <a:lumMod val="95000"/>
                  <a:lumOff val="5000"/>
                </a:schemeClr>
              </a:gs>
              <a:gs pos="100000">
                <a:schemeClr val="tx1"/>
              </a:gs>
            </a:gsLst>
            <a:path path="circle">
              <a:fillToRect l="50000" t="130000" r="50000" b="-30000"/>
            </a:path>
          </a:gradFill>
        </p:spPr>
        <p:txBody>
          <a:bodyPr wrap="square" rtlCol="0">
            <a:spAutoFit/>
          </a:bodyPr>
          <a:lstStyle/>
          <a:p>
            <a:pPr algn="ctr"/>
            <a:r>
              <a:rPr lang="es-CO" sz="4800" dirty="0">
                <a:latin typeface="Arial Black" panose="020B0A04020102020204" pitchFamily="34" charset="0"/>
              </a:rPr>
              <a:t>INGENIERIA DE SOFTWARE</a:t>
            </a:r>
          </a:p>
        </p:txBody>
      </p:sp>
      <p:pic>
        <p:nvPicPr>
          <p:cNvPr id="9" name="Imagen 8">
            <a:extLst>
              <a:ext uri="{FF2B5EF4-FFF2-40B4-BE49-F238E27FC236}">
                <a16:creationId xmlns:a16="http://schemas.microsoft.com/office/drawing/2014/main" id="{EA4B56D0-C7CB-0308-D7CF-F4C0D4035A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72447" y="-1035702"/>
            <a:ext cx="9599506" cy="9112284"/>
          </a:xfrm>
          <a:prstGeom prst="rect">
            <a:avLst/>
          </a:prstGeom>
          <a:effectLst>
            <a:outerShdw blurRad="88900" dist="38100" dir="2700000" algn="tl" rotWithShape="0">
              <a:schemeClr val="bg1">
                <a:alpha val="40000"/>
              </a:schemeClr>
            </a:outerShdw>
          </a:effectLst>
        </p:spPr>
      </p:pic>
      <p:sp>
        <p:nvSpPr>
          <p:cNvPr id="12" name="Elipse 11">
            <a:extLst>
              <a:ext uri="{FF2B5EF4-FFF2-40B4-BE49-F238E27FC236}">
                <a16:creationId xmlns:a16="http://schemas.microsoft.com/office/drawing/2014/main" id="{4A69F012-1080-E413-E984-DEADCFE2564A}"/>
              </a:ext>
            </a:extLst>
          </p:cNvPr>
          <p:cNvSpPr/>
          <p:nvPr/>
        </p:nvSpPr>
        <p:spPr>
          <a:xfrm>
            <a:off x="519430" y="-500934"/>
            <a:ext cx="1706034" cy="1629664"/>
          </a:xfrm>
          <a:prstGeom prst="ellipse">
            <a:avLst/>
          </a:prstGeom>
          <a:gradFill>
            <a:gsLst>
              <a:gs pos="0">
                <a:schemeClr val="bg1"/>
              </a:gs>
              <a:gs pos="100000">
                <a:schemeClr val="accent5">
                  <a:lumMod val="95000"/>
                  <a:lumOff val="5000"/>
                </a:schemeClr>
              </a:gs>
            </a:gsLst>
            <a:path path="circle">
              <a:fillToRect l="50000" t="130000" r="50000" b="-30000"/>
            </a:path>
          </a:gradFill>
          <a:effectLst>
            <a:softEdge rad="4953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3" name="Elipse 12">
            <a:extLst>
              <a:ext uri="{FF2B5EF4-FFF2-40B4-BE49-F238E27FC236}">
                <a16:creationId xmlns:a16="http://schemas.microsoft.com/office/drawing/2014/main" id="{34B78615-1F93-6DB9-6DCA-3E85E105624B}"/>
              </a:ext>
            </a:extLst>
          </p:cNvPr>
          <p:cNvSpPr/>
          <p:nvPr/>
        </p:nvSpPr>
        <p:spPr>
          <a:xfrm>
            <a:off x="671830" y="-348534"/>
            <a:ext cx="1706034" cy="1629664"/>
          </a:xfrm>
          <a:prstGeom prst="ellipse">
            <a:avLst/>
          </a:prstGeom>
          <a:gradFill>
            <a:gsLst>
              <a:gs pos="0">
                <a:schemeClr val="bg1"/>
              </a:gs>
              <a:gs pos="100000">
                <a:schemeClr val="accent5">
                  <a:lumMod val="95000"/>
                  <a:lumOff val="5000"/>
                </a:schemeClr>
              </a:gs>
            </a:gsLst>
            <a:path path="circle">
              <a:fillToRect l="50000" t="130000" r="50000" b="-30000"/>
            </a:path>
          </a:gradFill>
          <a:effectLst>
            <a:softEdge rad="4953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mc:AlternateContent xmlns:mc="http://schemas.openxmlformats.org/markup-compatibility/2006">
        <mc:Choice xmlns:pslz="http://schemas.microsoft.com/office/powerpoint/2016/slidezoom" Requires="pslz">
          <p:graphicFrame>
            <p:nvGraphicFramePr>
              <p:cNvPr id="19" name="Vista general de diapositiva 18">
                <a:extLst>
                  <a:ext uri="{FF2B5EF4-FFF2-40B4-BE49-F238E27FC236}">
                    <a16:creationId xmlns:a16="http://schemas.microsoft.com/office/drawing/2014/main" id="{128B3EEE-848B-A750-20BB-B4E54C019D9E}"/>
                  </a:ext>
                </a:extLst>
              </p:cNvPr>
              <p:cNvGraphicFramePr>
                <a:graphicFrameLocks noChangeAspect="1"/>
              </p:cNvGraphicFramePr>
              <p:nvPr>
                <p:extLst>
                  <p:ext uri="{D42A27DB-BD31-4B8C-83A1-F6EECF244321}">
                    <p14:modId xmlns:p14="http://schemas.microsoft.com/office/powerpoint/2010/main" val="3724287360"/>
                  </p:ext>
                </p:extLst>
              </p:nvPr>
            </p:nvGraphicFramePr>
            <p:xfrm>
              <a:off x="11231342" y="1077044"/>
              <a:ext cx="6996459" cy="3804242"/>
            </p:xfrm>
            <a:graphic>
              <a:graphicData uri="http://schemas.microsoft.com/office/powerpoint/2016/slidezoom">
                <pslz:sldZm>
                  <pslz:sldZmObj sldId="259" cId="1848172118">
                    <pslz:zmPr id="{E72A4A0F-C23C-42AD-9A35-8516905CB4BF}" transitionDur="1000">
                      <p166:blipFill xmlns:p166="http://schemas.microsoft.com/office/powerpoint/2016/6/main">
                        <a:blip r:embed="rId5"/>
                        <a:stretch>
                          <a:fillRect/>
                        </a:stretch>
                      </p166:blipFill>
                      <p166:spPr xmlns:p166="http://schemas.microsoft.com/office/powerpoint/2016/6/main">
                        <a:xfrm>
                          <a:off x="0" y="0"/>
                          <a:ext cx="6996459" cy="3804242"/>
                        </a:xfrm>
                        <a:prstGeom prst="rect">
                          <a:avLst/>
                        </a:prstGeom>
                        <a:ln w="3175">
                          <a:noFill/>
                        </a:ln>
                      </p166:spPr>
                    </pslz:zmPr>
                  </pslz:sldZmObj>
                </pslz:sldZm>
              </a:graphicData>
            </a:graphic>
          </p:graphicFrame>
        </mc:Choice>
        <mc:Fallback>
          <p:pic>
            <p:nvPicPr>
              <p:cNvPr id="19" name="Vista general de diapositiva 18">
                <a:hlinkClick r:id="rId6" action="ppaction://hlinksldjump"/>
                <a:extLst>
                  <a:ext uri="{FF2B5EF4-FFF2-40B4-BE49-F238E27FC236}">
                    <a16:creationId xmlns:a16="http://schemas.microsoft.com/office/drawing/2014/main" id="{128B3EEE-848B-A750-20BB-B4E54C019D9E}"/>
                  </a:ext>
                </a:extLst>
              </p:cNvPr>
              <p:cNvPicPr>
                <a:picLocks noGrp="1" noRot="1" noChangeAspect="1" noMove="1" noResize="1" noEditPoints="1" noAdjustHandles="1" noChangeArrowheads="1" noChangeShapeType="1"/>
              </p:cNvPicPr>
              <p:nvPr/>
            </p:nvPicPr>
            <p:blipFill>
              <a:blip r:embed="rId5"/>
              <a:stretch>
                <a:fillRect/>
              </a:stretch>
            </p:blipFill>
            <p:spPr>
              <a:xfrm>
                <a:off x="11231342" y="1077044"/>
                <a:ext cx="6996459" cy="3804242"/>
              </a:xfrm>
              <a:prstGeom prst="rect">
                <a:avLst/>
              </a:prstGeom>
              <a:ln w="3175">
                <a:noFill/>
              </a:ln>
            </p:spPr>
          </p:pic>
        </mc:Fallback>
      </mc:AlternateContent>
      <mc:AlternateContent xmlns:mc="http://schemas.openxmlformats.org/markup-compatibility/2006">
        <mc:Choice xmlns:pslz="http://schemas.microsoft.com/office/powerpoint/2016/slidezoom" Requires="pslz">
          <p:graphicFrame>
            <p:nvGraphicFramePr>
              <p:cNvPr id="21" name="Vista general de diapositiva 20">
                <a:extLst>
                  <a:ext uri="{FF2B5EF4-FFF2-40B4-BE49-F238E27FC236}">
                    <a16:creationId xmlns:a16="http://schemas.microsoft.com/office/drawing/2014/main" id="{5E0AC79C-92BA-E853-CDAD-F8D0B11599A1}"/>
                  </a:ext>
                </a:extLst>
              </p:cNvPr>
              <p:cNvGraphicFramePr>
                <a:graphicFrameLocks noChangeAspect="1"/>
              </p:cNvGraphicFramePr>
              <p:nvPr>
                <p:extLst>
                  <p:ext uri="{D42A27DB-BD31-4B8C-83A1-F6EECF244321}">
                    <p14:modId xmlns:p14="http://schemas.microsoft.com/office/powerpoint/2010/main" val="3033462137"/>
                  </p:ext>
                </p:extLst>
              </p:nvPr>
            </p:nvGraphicFramePr>
            <p:xfrm>
              <a:off x="2637254" y="1198505"/>
              <a:ext cx="7021858" cy="3757993"/>
            </p:xfrm>
            <a:graphic>
              <a:graphicData uri="http://schemas.microsoft.com/office/powerpoint/2016/slidezoom">
                <pslz:sldZm>
                  <pslz:sldZmObj sldId="260" cId="2189422960">
                    <pslz:zmPr id="{EEA908D0-76D2-4344-89D2-BA9041045C3E}" transitionDur="1000">
                      <p166:blipFill xmlns:p166="http://schemas.microsoft.com/office/powerpoint/2016/6/main">
                        <a:blip r:embed="rId7"/>
                        <a:stretch>
                          <a:fillRect/>
                        </a:stretch>
                      </p166:blipFill>
                      <p166:spPr xmlns:p166="http://schemas.microsoft.com/office/powerpoint/2016/6/main">
                        <a:xfrm>
                          <a:off x="0" y="0"/>
                          <a:ext cx="7021858" cy="3757993"/>
                        </a:xfrm>
                        <a:prstGeom prst="rect">
                          <a:avLst/>
                        </a:prstGeom>
                        <a:ln w="3175">
                          <a:noFill/>
                        </a:ln>
                      </p166:spPr>
                    </pslz:zmPr>
                  </pslz:sldZmObj>
                </pslz:sldZm>
              </a:graphicData>
            </a:graphic>
          </p:graphicFrame>
        </mc:Choice>
        <mc:Fallback>
          <p:pic>
            <p:nvPicPr>
              <p:cNvPr id="21" name="Vista general de diapositiva 20">
                <a:hlinkClick r:id="rId8" action="ppaction://hlinksldjump"/>
                <a:extLst>
                  <a:ext uri="{FF2B5EF4-FFF2-40B4-BE49-F238E27FC236}">
                    <a16:creationId xmlns:a16="http://schemas.microsoft.com/office/drawing/2014/main" id="{5E0AC79C-92BA-E853-CDAD-F8D0B11599A1}"/>
                  </a:ext>
                </a:extLst>
              </p:cNvPr>
              <p:cNvPicPr>
                <a:picLocks noGrp="1" noRot="1" noChangeAspect="1" noMove="1" noResize="1" noEditPoints="1" noAdjustHandles="1" noChangeArrowheads="1" noChangeShapeType="1"/>
              </p:cNvPicPr>
              <p:nvPr/>
            </p:nvPicPr>
            <p:blipFill>
              <a:blip r:embed="rId7"/>
              <a:stretch>
                <a:fillRect/>
              </a:stretch>
            </p:blipFill>
            <p:spPr>
              <a:xfrm>
                <a:off x="2637254" y="1198505"/>
                <a:ext cx="7021858" cy="3757993"/>
              </a:xfrm>
              <a:prstGeom prst="rect">
                <a:avLst/>
              </a:prstGeom>
              <a:ln w="3175">
                <a:noFill/>
              </a:ln>
            </p:spPr>
          </p:pic>
        </mc:Fallback>
      </mc:AlternateContent>
      <mc:AlternateContent xmlns:mc="http://schemas.openxmlformats.org/markup-compatibility/2006">
        <mc:Choice xmlns:pslz="http://schemas.microsoft.com/office/powerpoint/2016/slidezoom" Requires="pslz">
          <p:graphicFrame>
            <p:nvGraphicFramePr>
              <p:cNvPr id="17" name="Vista general de diapositiva 16">
                <a:extLst>
                  <a:ext uri="{FF2B5EF4-FFF2-40B4-BE49-F238E27FC236}">
                    <a16:creationId xmlns:a16="http://schemas.microsoft.com/office/drawing/2014/main" id="{94AB5F69-6D85-1F11-4C4B-821C277D5806}"/>
                  </a:ext>
                </a:extLst>
              </p:cNvPr>
              <p:cNvGraphicFramePr>
                <a:graphicFrameLocks noChangeAspect="1"/>
              </p:cNvGraphicFramePr>
              <p:nvPr>
                <p:extLst>
                  <p:ext uri="{D42A27DB-BD31-4B8C-83A1-F6EECF244321}">
                    <p14:modId xmlns:p14="http://schemas.microsoft.com/office/powerpoint/2010/main" val="2505171917"/>
                  </p:ext>
                </p:extLst>
              </p:nvPr>
            </p:nvGraphicFramePr>
            <p:xfrm>
              <a:off x="18729558" y="1277502"/>
              <a:ext cx="6400000" cy="3600000"/>
            </p:xfrm>
            <a:graphic>
              <a:graphicData uri="http://schemas.microsoft.com/office/powerpoint/2016/slidezoom">
                <pslz:sldZm>
                  <pslz:sldZmObj sldId="258" cId="2726730262">
                    <pslz:zmPr id="{78E24BB0-5DAA-4409-B9B1-90FBB5BA5925}" transitionDur="1000">
                      <p166:blipFill xmlns:p166="http://schemas.microsoft.com/office/powerpoint/2016/6/main">
                        <a:blip r:embed="rId9"/>
                        <a:stretch>
                          <a:fillRect/>
                        </a:stretch>
                      </p166:blipFill>
                      <p166:spPr xmlns:p166="http://schemas.microsoft.com/office/powerpoint/2016/6/main">
                        <a:xfrm>
                          <a:off x="0" y="0"/>
                          <a:ext cx="6400000" cy="3600000"/>
                        </a:xfrm>
                        <a:prstGeom prst="rect">
                          <a:avLst/>
                        </a:prstGeom>
                        <a:ln w="3175">
                          <a:noFill/>
                        </a:ln>
                      </p166:spPr>
                    </pslz:zmPr>
                  </pslz:sldZmObj>
                </pslz:sldZm>
              </a:graphicData>
            </a:graphic>
          </p:graphicFrame>
        </mc:Choice>
        <mc:Fallback>
          <p:pic>
            <p:nvPicPr>
              <p:cNvPr id="17" name="Vista general de diapositiva 16">
                <a:hlinkClick r:id="rId10" action="ppaction://hlinksldjump"/>
                <a:extLst>
                  <a:ext uri="{FF2B5EF4-FFF2-40B4-BE49-F238E27FC236}">
                    <a16:creationId xmlns:a16="http://schemas.microsoft.com/office/drawing/2014/main" id="{94AB5F69-6D85-1F11-4C4B-821C277D5806}"/>
                  </a:ext>
                </a:extLst>
              </p:cNvPr>
              <p:cNvPicPr>
                <a:picLocks noGrp="1" noRot="1" noChangeAspect="1" noMove="1" noResize="1" noEditPoints="1" noAdjustHandles="1" noChangeArrowheads="1" noChangeShapeType="1"/>
              </p:cNvPicPr>
              <p:nvPr/>
            </p:nvPicPr>
            <p:blipFill>
              <a:blip r:embed="rId9"/>
              <a:stretch>
                <a:fillRect/>
              </a:stretch>
            </p:blipFill>
            <p:spPr>
              <a:xfrm>
                <a:off x="18729558" y="1277502"/>
                <a:ext cx="6400000" cy="3600000"/>
              </a:xfrm>
              <a:prstGeom prst="rect">
                <a:avLst/>
              </a:prstGeom>
              <a:ln w="3175">
                <a:noFill/>
              </a:ln>
            </p:spPr>
          </p:pic>
        </mc:Fallback>
      </mc:AlternateContent>
      <mc:AlternateContent xmlns:mc="http://schemas.openxmlformats.org/markup-compatibility/2006">
        <mc:Choice xmlns:pslz="http://schemas.microsoft.com/office/powerpoint/2016/slidezoom" Requires="pslz">
          <p:graphicFrame>
            <p:nvGraphicFramePr>
              <p:cNvPr id="23" name="Vista general de diapositiva 22">
                <a:extLst>
                  <a:ext uri="{FF2B5EF4-FFF2-40B4-BE49-F238E27FC236}">
                    <a16:creationId xmlns:a16="http://schemas.microsoft.com/office/drawing/2014/main" id="{7B84422D-D3FF-74B0-C14B-71C1F8DED681}"/>
                  </a:ext>
                </a:extLst>
              </p:cNvPr>
              <p:cNvGraphicFramePr>
                <a:graphicFrameLocks noChangeAspect="1"/>
              </p:cNvGraphicFramePr>
              <p:nvPr>
                <p:extLst>
                  <p:ext uri="{D42A27DB-BD31-4B8C-83A1-F6EECF244321}">
                    <p14:modId xmlns:p14="http://schemas.microsoft.com/office/powerpoint/2010/main" val="3932299234"/>
                  </p:ext>
                </p:extLst>
              </p:nvPr>
            </p:nvGraphicFramePr>
            <p:xfrm>
              <a:off x="-4530052" y="1303922"/>
              <a:ext cx="6400000" cy="3600000"/>
            </p:xfrm>
            <a:graphic>
              <a:graphicData uri="http://schemas.microsoft.com/office/powerpoint/2016/slidezoom">
                <pslz:sldZm>
                  <pslz:sldZmObj sldId="261" cId="1830263750">
                    <pslz:zmPr id="{6ABD74FE-FA56-4D23-BBE7-29DEFCE47603}" transitionDur="1000">
                      <p166:blipFill xmlns:p166="http://schemas.microsoft.com/office/powerpoint/2016/6/main">
                        <a:blip r:embed="rId11"/>
                        <a:stretch>
                          <a:fillRect/>
                        </a:stretch>
                      </p166:blipFill>
                      <p166:spPr xmlns:p166="http://schemas.microsoft.com/office/powerpoint/2016/6/main">
                        <a:xfrm>
                          <a:off x="0" y="0"/>
                          <a:ext cx="6400000" cy="3600000"/>
                        </a:xfrm>
                        <a:prstGeom prst="rect">
                          <a:avLst/>
                        </a:prstGeom>
                        <a:ln w="3175">
                          <a:noFill/>
                        </a:ln>
                      </p166:spPr>
                    </pslz:zmPr>
                  </pslz:sldZmObj>
                </pslz:sldZm>
              </a:graphicData>
            </a:graphic>
          </p:graphicFrame>
        </mc:Choice>
        <mc:Fallback>
          <p:pic>
            <p:nvPicPr>
              <p:cNvPr id="23" name="Vista general de diapositiva 22">
                <a:hlinkClick r:id="rId12" action="ppaction://hlinksldjump"/>
                <a:extLst>
                  <a:ext uri="{FF2B5EF4-FFF2-40B4-BE49-F238E27FC236}">
                    <a16:creationId xmlns:a16="http://schemas.microsoft.com/office/drawing/2014/main" id="{7B84422D-D3FF-74B0-C14B-71C1F8DED681}"/>
                  </a:ext>
                </a:extLst>
              </p:cNvPr>
              <p:cNvPicPr>
                <a:picLocks noGrp="1" noRot="1" noChangeAspect="1" noMove="1" noResize="1" noEditPoints="1" noAdjustHandles="1" noChangeArrowheads="1" noChangeShapeType="1"/>
              </p:cNvPicPr>
              <p:nvPr/>
            </p:nvPicPr>
            <p:blipFill>
              <a:blip r:embed="rId11"/>
              <a:stretch>
                <a:fillRect/>
              </a:stretch>
            </p:blipFill>
            <p:spPr>
              <a:xfrm>
                <a:off x="-4530052" y="1303922"/>
                <a:ext cx="6400000" cy="3600000"/>
              </a:xfrm>
              <a:prstGeom prst="rect">
                <a:avLst/>
              </a:prstGeom>
              <a:ln w="3175">
                <a:noFill/>
              </a:ln>
            </p:spPr>
          </p:pic>
        </mc:Fallback>
      </mc:AlternateContent>
      <mc:AlternateContent xmlns:mc="http://schemas.openxmlformats.org/markup-compatibility/2006">
        <mc:Choice xmlns:pslz="http://schemas.microsoft.com/office/powerpoint/2016/slidezoom" Requires="pslz">
          <p:graphicFrame>
            <p:nvGraphicFramePr>
              <p:cNvPr id="25" name="Vista general de diapositiva 24">
                <a:extLst>
                  <a:ext uri="{FF2B5EF4-FFF2-40B4-BE49-F238E27FC236}">
                    <a16:creationId xmlns:a16="http://schemas.microsoft.com/office/drawing/2014/main" id="{25BD3F7A-090D-4820-D70E-21BD5049B227}"/>
                  </a:ext>
                </a:extLst>
              </p:cNvPr>
              <p:cNvGraphicFramePr>
                <a:graphicFrameLocks noChangeAspect="1"/>
              </p:cNvGraphicFramePr>
              <p:nvPr>
                <p:extLst>
                  <p:ext uri="{D42A27DB-BD31-4B8C-83A1-F6EECF244321}">
                    <p14:modId xmlns:p14="http://schemas.microsoft.com/office/powerpoint/2010/main" val="545241241"/>
                  </p:ext>
                </p:extLst>
              </p:nvPr>
            </p:nvGraphicFramePr>
            <p:xfrm>
              <a:off x="-11375399" y="1259200"/>
              <a:ext cx="6400000" cy="3600000"/>
            </p:xfrm>
            <a:graphic>
              <a:graphicData uri="http://schemas.microsoft.com/office/powerpoint/2016/slidezoom">
                <pslz:sldZm>
                  <pslz:sldZmObj sldId="262" cId="1631579452">
                    <pslz:zmPr id="{50F900E6-6132-4920-84DB-1CD721E6AC69}" transitionDur="1000">
                      <p166:blipFill xmlns:p166="http://schemas.microsoft.com/office/powerpoint/2016/6/main">
                        <a:blip r:embed="rId13"/>
                        <a:stretch>
                          <a:fillRect/>
                        </a:stretch>
                      </p166:blipFill>
                      <p166:spPr xmlns:p166="http://schemas.microsoft.com/office/powerpoint/2016/6/main">
                        <a:xfrm>
                          <a:off x="0" y="0"/>
                          <a:ext cx="6400000" cy="3600000"/>
                        </a:xfrm>
                        <a:prstGeom prst="rect">
                          <a:avLst/>
                        </a:prstGeom>
                        <a:ln w="3175">
                          <a:noFill/>
                        </a:ln>
                      </p166:spPr>
                    </pslz:zmPr>
                  </pslz:sldZmObj>
                </pslz:sldZm>
              </a:graphicData>
            </a:graphic>
          </p:graphicFrame>
        </mc:Choice>
        <mc:Fallback>
          <p:pic>
            <p:nvPicPr>
              <p:cNvPr id="25" name="Vista general de diapositiva 24">
                <a:hlinkClick r:id="rId14" action="ppaction://hlinksldjump"/>
                <a:extLst>
                  <a:ext uri="{FF2B5EF4-FFF2-40B4-BE49-F238E27FC236}">
                    <a16:creationId xmlns:a16="http://schemas.microsoft.com/office/drawing/2014/main" id="{25BD3F7A-090D-4820-D70E-21BD5049B227}"/>
                  </a:ext>
                </a:extLst>
              </p:cNvPr>
              <p:cNvPicPr>
                <a:picLocks noGrp="1" noRot="1" noChangeAspect="1" noMove="1" noResize="1" noEditPoints="1" noAdjustHandles="1" noChangeArrowheads="1" noChangeShapeType="1"/>
              </p:cNvPicPr>
              <p:nvPr/>
            </p:nvPicPr>
            <p:blipFill>
              <a:blip r:embed="rId13"/>
              <a:stretch>
                <a:fillRect/>
              </a:stretch>
            </p:blipFill>
            <p:spPr>
              <a:xfrm>
                <a:off x="-11375399" y="1259200"/>
                <a:ext cx="6400000" cy="3600000"/>
              </a:xfrm>
              <a:prstGeom prst="rect">
                <a:avLst/>
              </a:prstGeom>
              <a:ln w="3175">
                <a:noFill/>
              </a:ln>
            </p:spPr>
          </p:pic>
        </mc:Fallback>
      </mc:AlternateContent>
      <p:sp>
        <p:nvSpPr>
          <p:cNvPr id="2" name="Elipse 1">
            <a:extLst>
              <a:ext uri="{FF2B5EF4-FFF2-40B4-BE49-F238E27FC236}">
                <a16:creationId xmlns:a16="http://schemas.microsoft.com/office/drawing/2014/main" id="{47CC72EA-1924-7AD1-37B2-C037A3199829}"/>
              </a:ext>
            </a:extLst>
          </p:cNvPr>
          <p:cNvSpPr/>
          <p:nvPr/>
        </p:nvSpPr>
        <p:spPr>
          <a:xfrm>
            <a:off x="10347536" y="30713"/>
            <a:ext cx="1706034" cy="1629664"/>
          </a:xfrm>
          <a:prstGeom prst="ellipse">
            <a:avLst/>
          </a:prstGeom>
          <a:gradFill>
            <a:gsLst>
              <a:gs pos="0">
                <a:schemeClr val="bg1"/>
              </a:gs>
              <a:gs pos="100000">
                <a:schemeClr val="accent5">
                  <a:lumMod val="95000"/>
                  <a:lumOff val="5000"/>
                </a:schemeClr>
              </a:gs>
            </a:gsLst>
            <a:path path="circle">
              <a:fillToRect l="50000" t="130000" r="50000" b="-30000"/>
            </a:path>
          </a:gradFill>
          <a:effectLst>
            <a:softEdge rad="4953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Tree>
    <p:extLst>
      <p:ext uri="{BB962C8B-B14F-4D97-AF65-F5344CB8AC3E}">
        <p14:creationId xmlns:p14="http://schemas.microsoft.com/office/powerpoint/2010/main" val="48640260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40000"/>
                <a:lumOff val="60000"/>
              </a:schemeClr>
            </a:gs>
            <a:gs pos="46000">
              <a:schemeClr val="accent5">
                <a:lumMod val="95000"/>
                <a:lumOff val="5000"/>
              </a:schemeClr>
            </a:gs>
            <a:gs pos="100000">
              <a:schemeClr val="tx1"/>
            </a:gs>
          </a:gsLst>
          <a:path path="circle">
            <a:fillToRect l="50000" t="130000" r="50000" b="-30000"/>
          </a:path>
          <a:tileRect/>
        </a:gradFill>
        <a:effectLst/>
      </p:bgPr>
    </p:bg>
    <p:spTree>
      <p:nvGrpSpPr>
        <p:cNvPr id="1" name="">
          <a:extLst>
            <a:ext uri="{FF2B5EF4-FFF2-40B4-BE49-F238E27FC236}">
              <a16:creationId xmlns:a16="http://schemas.microsoft.com/office/drawing/2014/main" id="{A31D731D-2967-32E8-C703-BD1B20F32E79}"/>
            </a:ext>
          </a:extLst>
        </p:cNvPr>
        <p:cNvGrpSpPr/>
        <p:nvPr/>
      </p:nvGrpSpPr>
      <p:grpSpPr>
        <a:xfrm>
          <a:off x="0" y="0"/>
          <a:ext cx="0" cy="0"/>
          <a:chOff x="0" y="0"/>
          <a:chExt cx="0" cy="0"/>
        </a:xfrm>
      </p:grpSpPr>
      <p:sp>
        <p:nvSpPr>
          <p:cNvPr id="10" name="Rectángulo 9">
            <a:extLst>
              <a:ext uri="{FF2B5EF4-FFF2-40B4-BE49-F238E27FC236}">
                <a16:creationId xmlns:a16="http://schemas.microsoft.com/office/drawing/2014/main" id="{AD23E127-6369-ACC9-C407-297233CACE52}"/>
              </a:ext>
            </a:extLst>
          </p:cNvPr>
          <p:cNvSpPr/>
          <p:nvPr/>
        </p:nvSpPr>
        <p:spPr>
          <a:xfrm>
            <a:off x="2532888" y="1005840"/>
            <a:ext cx="7278624" cy="3922776"/>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mc:AlternateContent xmlns:mc="http://schemas.openxmlformats.org/markup-compatibility/2006">
        <mc:Choice xmlns:pslz="http://schemas.microsoft.com/office/powerpoint/2016/slidezoom" Requires="pslz">
          <p:graphicFrame>
            <p:nvGraphicFramePr>
              <p:cNvPr id="15" name="Vista general de diapositiva 14">
                <a:extLst>
                  <a:ext uri="{FF2B5EF4-FFF2-40B4-BE49-F238E27FC236}">
                    <a16:creationId xmlns:a16="http://schemas.microsoft.com/office/drawing/2014/main" id="{9F55D07F-69AD-80E0-1739-3407E55C1597}"/>
                  </a:ext>
                </a:extLst>
              </p:cNvPr>
              <p:cNvGraphicFramePr>
                <a:graphicFrameLocks noChangeAspect="1"/>
              </p:cNvGraphicFramePr>
              <p:nvPr>
                <p:extLst>
                  <p:ext uri="{D42A27DB-BD31-4B8C-83A1-F6EECF244321}">
                    <p14:modId xmlns:p14="http://schemas.microsoft.com/office/powerpoint/2010/main" val="1520533212"/>
                  </p:ext>
                </p:extLst>
              </p:nvPr>
            </p:nvGraphicFramePr>
            <p:xfrm>
              <a:off x="33011820" y="1077044"/>
              <a:ext cx="7436271" cy="4121572"/>
            </p:xfrm>
            <a:graphic>
              <a:graphicData uri="http://schemas.microsoft.com/office/powerpoint/2016/slidezoom">
                <pslz:sldZm>
                  <pslz:sldZmObj sldId="257" cId="3391385030">
                    <pslz:zmPr id="{DBEAD41D-43BC-48FD-9027-82E39E9BF39E}" transitionDur="1000">
                      <p166:blipFill xmlns:p166="http://schemas.microsoft.com/office/powerpoint/2016/6/main">
                        <a:blip r:embed="rId2"/>
                        <a:stretch>
                          <a:fillRect/>
                        </a:stretch>
                      </p166:blipFill>
                      <p166:spPr xmlns:p166="http://schemas.microsoft.com/office/powerpoint/2016/6/main">
                        <a:xfrm>
                          <a:off x="0" y="0"/>
                          <a:ext cx="7436271" cy="4121572"/>
                        </a:xfrm>
                        <a:prstGeom prst="rect">
                          <a:avLst/>
                        </a:prstGeom>
                        <a:ln w="3175">
                          <a:noFill/>
                        </a:ln>
                      </p166:spPr>
                    </pslz:zmPr>
                  </pslz:sldZmObj>
                </pslz:sldZm>
              </a:graphicData>
            </a:graphic>
          </p:graphicFrame>
        </mc:Choice>
        <mc:Fallback>
          <p:pic>
            <p:nvPicPr>
              <p:cNvPr id="15" name="Vista general de diapositiva 14">
                <a:hlinkClick r:id="rId3" action="ppaction://hlinksldjump"/>
                <a:extLst>
                  <a:ext uri="{FF2B5EF4-FFF2-40B4-BE49-F238E27FC236}">
                    <a16:creationId xmlns:a16="http://schemas.microsoft.com/office/drawing/2014/main" id="{9F55D07F-69AD-80E0-1739-3407E55C1597}"/>
                  </a:ext>
                </a:extLst>
              </p:cNvPr>
              <p:cNvPicPr>
                <a:picLocks noGrp="1" noRot="1" noChangeAspect="1" noMove="1" noResize="1" noEditPoints="1" noAdjustHandles="1" noChangeArrowheads="1" noChangeShapeType="1"/>
              </p:cNvPicPr>
              <p:nvPr/>
            </p:nvPicPr>
            <p:blipFill>
              <a:blip r:embed="rId2"/>
              <a:stretch>
                <a:fillRect/>
              </a:stretch>
            </p:blipFill>
            <p:spPr>
              <a:xfrm>
                <a:off x="33011820" y="1077044"/>
                <a:ext cx="7436271" cy="4121572"/>
              </a:xfrm>
              <a:prstGeom prst="rect">
                <a:avLst/>
              </a:prstGeom>
              <a:ln w="3175">
                <a:noFill/>
              </a:ln>
            </p:spPr>
          </p:pic>
        </mc:Fallback>
      </mc:AlternateContent>
      <p:sp>
        <p:nvSpPr>
          <p:cNvPr id="11" name="CuadroTexto 10">
            <a:extLst>
              <a:ext uri="{FF2B5EF4-FFF2-40B4-BE49-F238E27FC236}">
                <a16:creationId xmlns:a16="http://schemas.microsoft.com/office/drawing/2014/main" id="{19A0CB4C-1429-36A3-F9A5-69C4872A16B9}"/>
              </a:ext>
            </a:extLst>
          </p:cNvPr>
          <p:cNvSpPr txBox="1"/>
          <p:nvPr/>
        </p:nvSpPr>
        <p:spPr>
          <a:xfrm>
            <a:off x="213360" y="0"/>
            <a:ext cx="12100560" cy="830997"/>
          </a:xfrm>
          <a:prstGeom prst="rect">
            <a:avLst/>
          </a:prstGeom>
          <a:gradFill>
            <a:gsLst>
              <a:gs pos="0">
                <a:schemeClr val="accent5">
                  <a:lumMod val="40000"/>
                  <a:lumOff val="60000"/>
                </a:schemeClr>
              </a:gs>
              <a:gs pos="46000">
                <a:schemeClr val="accent5">
                  <a:lumMod val="95000"/>
                  <a:lumOff val="5000"/>
                </a:schemeClr>
              </a:gs>
              <a:gs pos="100000">
                <a:schemeClr val="tx1"/>
              </a:gs>
            </a:gsLst>
            <a:path path="circle">
              <a:fillToRect l="50000" t="130000" r="50000" b="-30000"/>
            </a:path>
          </a:gradFill>
        </p:spPr>
        <p:txBody>
          <a:bodyPr wrap="square" rtlCol="0">
            <a:spAutoFit/>
          </a:bodyPr>
          <a:lstStyle/>
          <a:p>
            <a:pPr algn="ctr"/>
            <a:r>
              <a:rPr lang="es-CO" sz="4800" dirty="0">
                <a:latin typeface="Arial Black" panose="020B0A04020102020204" pitchFamily="34" charset="0"/>
              </a:rPr>
              <a:t>INGENIERIA DE SOFTWARE</a:t>
            </a:r>
          </a:p>
        </p:txBody>
      </p:sp>
      <p:pic>
        <p:nvPicPr>
          <p:cNvPr id="9" name="Imagen 8">
            <a:extLst>
              <a:ext uri="{FF2B5EF4-FFF2-40B4-BE49-F238E27FC236}">
                <a16:creationId xmlns:a16="http://schemas.microsoft.com/office/drawing/2014/main" id="{7453213E-2A4C-CC01-9086-766479DA29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72447" y="-1035702"/>
            <a:ext cx="9599506" cy="9112284"/>
          </a:xfrm>
          <a:prstGeom prst="rect">
            <a:avLst/>
          </a:prstGeom>
          <a:effectLst>
            <a:outerShdw blurRad="88900" dist="38100" dir="2700000" algn="tl" rotWithShape="0">
              <a:schemeClr val="bg1">
                <a:alpha val="40000"/>
              </a:schemeClr>
            </a:outerShdw>
          </a:effectLst>
        </p:spPr>
      </p:pic>
      <p:sp>
        <p:nvSpPr>
          <p:cNvPr id="12" name="Elipse 11">
            <a:extLst>
              <a:ext uri="{FF2B5EF4-FFF2-40B4-BE49-F238E27FC236}">
                <a16:creationId xmlns:a16="http://schemas.microsoft.com/office/drawing/2014/main" id="{8CA380FB-3F58-8265-E6D5-F80B2F7F8871}"/>
              </a:ext>
            </a:extLst>
          </p:cNvPr>
          <p:cNvSpPr/>
          <p:nvPr/>
        </p:nvSpPr>
        <p:spPr>
          <a:xfrm>
            <a:off x="519430" y="-500934"/>
            <a:ext cx="1706034" cy="1629664"/>
          </a:xfrm>
          <a:prstGeom prst="ellipse">
            <a:avLst/>
          </a:prstGeom>
          <a:gradFill>
            <a:gsLst>
              <a:gs pos="0">
                <a:schemeClr val="bg1"/>
              </a:gs>
              <a:gs pos="100000">
                <a:schemeClr val="accent5">
                  <a:lumMod val="95000"/>
                  <a:lumOff val="5000"/>
                </a:schemeClr>
              </a:gs>
            </a:gsLst>
            <a:path path="circle">
              <a:fillToRect l="50000" t="130000" r="50000" b="-30000"/>
            </a:path>
          </a:gradFill>
          <a:effectLst>
            <a:softEdge rad="4953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3" name="Elipse 12">
            <a:extLst>
              <a:ext uri="{FF2B5EF4-FFF2-40B4-BE49-F238E27FC236}">
                <a16:creationId xmlns:a16="http://schemas.microsoft.com/office/drawing/2014/main" id="{083614E1-5030-6FBA-BEAD-12C77EFB8B73}"/>
              </a:ext>
            </a:extLst>
          </p:cNvPr>
          <p:cNvSpPr/>
          <p:nvPr/>
        </p:nvSpPr>
        <p:spPr>
          <a:xfrm>
            <a:off x="671830" y="-348534"/>
            <a:ext cx="1706034" cy="1629664"/>
          </a:xfrm>
          <a:prstGeom prst="ellipse">
            <a:avLst/>
          </a:prstGeom>
          <a:gradFill>
            <a:gsLst>
              <a:gs pos="0">
                <a:schemeClr val="bg1"/>
              </a:gs>
              <a:gs pos="100000">
                <a:schemeClr val="accent5">
                  <a:lumMod val="95000"/>
                  <a:lumOff val="5000"/>
                </a:schemeClr>
              </a:gs>
            </a:gsLst>
            <a:path path="circle">
              <a:fillToRect l="50000" t="130000" r="50000" b="-30000"/>
            </a:path>
          </a:gradFill>
          <a:effectLst>
            <a:softEdge rad="4953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mc:AlternateContent xmlns:mc="http://schemas.openxmlformats.org/markup-compatibility/2006">
        <mc:Choice xmlns:pslz="http://schemas.microsoft.com/office/powerpoint/2016/slidezoom" Requires="pslz">
          <p:graphicFrame>
            <p:nvGraphicFramePr>
              <p:cNvPr id="19" name="Vista general de diapositiva 18">
                <a:extLst>
                  <a:ext uri="{FF2B5EF4-FFF2-40B4-BE49-F238E27FC236}">
                    <a16:creationId xmlns:a16="http://schemas.microsoft.com/office/drawing/2014/main" id="{0F624499-91D2-3EB2-23F1-DDC811320B5A}"/>
                  </a:ext>
                </a:extLst>
              </p:cNvPr>
              <p:cNvGraphicFramePr>
                <a:graphicFrameLocks noChangeAspect="1"/>
              </p:cNvGraphicFramePr>
              <p:nvPr>
                <p:extLst>
                  <p:ext uri="{D42A27DB-BD31-4B8C-83A1-F6EECF244321}">
                    <p14:modId xmlns:p14="http://schemas.microsoft.com/office/powerpoint/2010/main" val="3317006655"/>
                  </p:ext>
                </p:extLst>
              </p:nvPr>
            </p:nvGraphicFramePr>
            <p:xfrm>
              <a:off x="18611847" y="1077044"/>
              <a:ext cx="6996459" cy="3804242"/>
            </p:xfrm>
            <a:graphic>
              <a:graphicData uri="http://schemas.microsoft.com/office/powerpoint/2016/slidezoom">
                <pslz:sldZm>
                  <pslz:sldZmObj sldId="259" cId="1848172118">
                    <pslz:zmPr id="{E72A4A0F-C23C-42AD-9A35-8516905CB4BF}" transitionDur="1000">
                      <p166:blipFill xmlns:p166="http://schemas.microsoft.com/office/powerpoint/2016/6/main">
                        <a:blip r:embed="rId5"/>
                        <a:stretch>
                          <a:fillRect/>
                        </a:stretch>
                      </p166:blipFill>
                      <p166:spPr xmlns:p166="http://schemas.microsoft.com/office/powerpoint/2016/6/main">
                        <a:xfrm>
                          <a:off x="0" y="0"/>
                          <a:ext cx="6996459" cy="3804242"/>
                        </a:xfrm>
                        <a:prstGeom prst="rect">
                          <a:avLst/>
                        </a:prstGeom>
                        <a:ln w="3175">
                          <a:noFill/>
                        </a:ln>
                      </p166:spPr>
                    </pslz:zmPr>
                  </pslz:sldZmObj>
                </pslz:sldZm>
              </a:graphicData>
            </a:graphic>
          </p:graphicFrame>
        </mc:Choice>
        <mc:Fallback>
          <p:pic>
            <p:nvPicPr>
              <p:cNvPr id="19" name="Vista general de diapositiva 18">
                <a:hlinkClick r:id="rId6" action="ppaction://hlinksldjump"/>
                <a:extLst>
                  <a:ext uri="{FF2B5EF4-FFF2-40B4-BE49-F238E27FC236}">
                    <a16:creationId xmlns:a16="http://schemas.microsoft.com/office/drawing/2014/main" id="{0F624499-91D2-3EB2-23F1-DDC811320B5A}"/>
                  </a:ext>
                </a:extLst>
              </p:cNvPr>
              <p:cNvPicPr>
                <a:picLocks noGrp="1" noRot="1" noChangeAspect="1" noMove="1" noResize="1" noEditPoints="1" noAdjustHandles="1" noChangeArrowheads="1" noChangeShapeType="1"/>
              </p:cNvPicPr>
              <p:nvPr/>
            </p:nvPicPr>
            <p:blipFill>
              <a:blip r:embed="rId5"/>
              <a:stretch>
                <a:fillRect/>
              </a:stretch>
            </p:blipFill>
            <p:spPr>
              <a:xfrm>
                <a:off x="18611847" y="1077044"/>
                <a:ext cx="6996459" cy="3804242"/>
              </a:xfrm>
              <a:prstGeom prst="rect">
                <a:avLst/>
              </a:prstGeom>
              <a:ln w="3175">
                <a:noFill/>
              </a:ln>
            </p:spPr>
          </p:pic>
        </mc:Fallback>
      </mc:AlternateContent>
      <mc:AlternateContent xmlns:mc="http://schemas.openxmlformats.org/markup-compatibility/2006">
        <mc:Choice xmlns:pslz="http://schemas.microsoft.com/office/powerpoint/2016/slidezoom" Requires="pslz">
          <p:graphicFrame>
            <p:nvGraphicFramePr>
              <p:cNvPr id="21" name="Vista general de diapositiva 20">
                <a:extLst>
                  <a:ext uri="{FF2B5EF4-FFF2-40B4-BE49-F238E27FC236}">
                    <a16:creationId xmlns:a16="http://schemas.microsoft.com/office/drawing/2014/main" id="{45447FBE-A770-A7B3-0313-3938CC1A19BA}"/>
                  </a:ext>
                </a:extLst>
              </p:cNvPr>
              <p:cNvGraphicFramePr>
                <a:graphicFrameLocks noChangeAspect="1"/>
              </p:cNvGraphicFramePr>
              <p:nvPr>
                <p:extLst>
                  <p:ext uri="{D42A27DB-BD31-4B8C-83A1-F6EECF244321}">
                    <p14:modId xmlns:p14="http://schemas.microsoft.com/office/powerpoint/2010/main" val="3423138837"/>
                  </p:ext>
                </p:extLst>
              </p:nvPr>
            </p:nvGraphicFramePr>
            <p:xfrm>
              <a:off x="10756416" y="961626"/>
              <a:ext cx="7021858" cy="3757993"/>
            </p:xfrm>
            <a:graphic>
              <a:graphicData uri="http://schemas.microsoft.com/office/powerpoint/2016/slidezoom">
                <pslz:sldZm>
                  <pslz:sldZmObj sldId="260" cId="2189422960">
                    <pslz:zmPr id="{EEA908D0-76D2-4344-89D2-BA9041045C3E}" transitionDur="1000">
                      <p166:blipFill xmlns:p166="http://schemas.microsoft.com/office/powerpoint/2016/6/main">
                        <a:blip r:embed="rId7"/>
                        <a:stretch>
                          <a:fillRect/>
                        </a:stretch>
                      </p166:blipFill>
                      <p166:spPr xmlns:p166="http://schemas.microsoft.com/office/powerpoint/2016/6/main">
                        <a:xfrm>
                          <a:off x="0" y="0"/>
                          <a:ext cx="7021858" cy="3757993"/>
                        </a:xfrm>
                        <a:prstGeom prst="rect">
                          <a:avLst/>
                        </a:prstGeom>
                        <a:ln w="3175">
                          <a:noFill/>
                        </a:ln>
                      </p166:spPr>
                    </pslz:zmPr>
                  </pslz:sldZmObj>
                </pslz:sldZm>
              </a:graphicData>
            </a:graphic>
          </p:graphicFrame>
        </mc:Choice>
        <mc:Fallback>
          <p:pic>
            <p:nvPicPr>
              <p:cNvPr id="21" name="Vista general de diapositiva 20">
                <a:hlinkClick r:id="rId8" action="ppaction://hlinksldjump"/>
                <a:extLst>
                  <a:ext uri="{FF2B5EF4-FFF2-40B4-BE49-F238E27FC236}">
                    <a16:creationId xmlns:a16="http://schemas.microsoft.com/office/drawing/2014/main" id="{45447FBE-A770-A7B3-0313-3938CC1A19BA}"/>
                  </a:ext>
                </a:extLst>
              </p:cNvPr>
              <p:cNvPicPr>
                <a:picLocks noGrp="1" noRot="1" noChangeAspect="1" noMove="1" noResize="1" noEditPoints="1" noAdjustHandles="1" noChangeArrowheads="1" noChangeShapeType="1"/>
              </p:cNvPicPr>
              <p:nvPr/>
            </p:nvPicPr>
            <p:blipFill>
              <a:blip r:embed="rId7"/>
              <a:stretch>
                <a:fillRect/>
              </a:stretch>
            </p:blipFill>
            <p:spPr>
              <a:xfrm>
                <a:off x="10756416" y="961626"/>
                <a:ext cx="7021858" cy="3757993"/>
              </a:xfrm>
              <a:prstGeom prst="rect">
                <a:avLst/>
              </a:prstGeom>
              <a:ln w="3175">
                <a:noFill/>
              </a:ln>
            </p:spPr>
          </p:pic>
        </mc:Fallback>
      </mc:AlternateContent>
      <mc:AlternateContent xmlns:mc="http://schemas.openxmlformats.org/markup-compatibility/2006">
        <mc:Choice xmlns:pslz="http://schemas.microsoft.com/office/powerpoint/2016/slidezoom" Requires="pslz">
          <p:graphicFrame>
            <p:nvGraphicFramePr>
              <p:cNvPr id="23" name="Vista general de diapositiva 22">
                <a:extLst>
                  <a:ext uri="{FF2B5EF4-FFF2-40B4-BE49-F238E27FC236}">
                    <a16:creationId xmlns:a16="http://schemas.microsoft.com/office/drawing/2014/main" id="{51A4D467-9C48-6711-1942-AB96FEDC5434}"/>
                  </a:ext>
                </a:extLst>
              </p:cNvPr>
              <p:cNvGraphicFramePr>
                <a:graphicFrameLocks noChangeAspect="1"/>
              </p:cNvGraphicFramePr>
              <p:nvPr>
                <p:extLst>
                  <p:ext uri="{D42A27DB-BD31-4B8C-83A1-F6EECF244321}">
                    <p14:modId xmlns:p14="http://schemas.microsoft.com/office/powerpoint/2010/main" val="715058263"/>
                  </p:ext>
                </p:extLst>
              </p:nvPr>
            </p:nvGraphicFramePr>
            <p:xfrm>
              <a:off x="2727222" y="1077044"/>
              <a:ext cx="7084290" cy="3826878"/>
            </p:xfrm>
            <a:graphic>
              <a:graphicData uri="http://schemas.microsoft.com/office/powerpoint/2016/slidezoom">
                <pslz:sldZm>
                  <pslz:sldZmObj sldId="261" cId="1830263750">
                    <pslz:zmPr id="{6ABD74FE-FA56-4D23-BBE7-29DEFCE47603}" transitionDur="1000">
                      <p166:blipFill xmlns:p166="http://schemas.microsoft.com/office/powerpoint/2016/6/main">
                        <a:blip r:embed="rId9"/>
                        <a:stretch>
                          <a:fillRect/>
                        </a:stretch>
                      </p166:blipFill>
                      <p166:spPr xmlns:p166="http://schemas.microsoft.com/office/powerpoint/2016/6/main">
                        <a:xfrm>
                          <a:off x="0" y="0"/>
                          <a:ext cx="7084290" cy="3826878"/>
                        </a:xfrm>
                        <a:prstGeom prst="rect">
                          <a:avLst/>
                        </a:prstGeom>
                        <a:ln w="3175">
                          <a:noFill/>
                        </a:ln>
                      </p166:spPr>
                    </pslz:zmPr>
                  </pslz:sldZmObj>
                </pslz:sldZm>
              </a:graphicData>
            </a:graphic>
          </p:graphicFrame>
        </mc:Choice>
        <mc:Fallback>
          <p:pic>
            <p:nvPicPr>
              <p:cNvPr id="23" name="Vista general de diapositiva 22">
                <a:hlinkClick r:id="rId10" action="ppaction://hlinksldjump"/>
                <a:extLst>
                  <a:ext uri="{FF2B5EF4-FFF2-40B4-BE49-F238E27FC236}">
                    <a16:creationId xmlns:a16="http://schemas.microsoft.com/office/drawing/2014/main" id="{51A4D467-9C48-6711-1942-AB96FEDC5434}"/>
                  </a:ext>
                </a:extLst>
              </p:cNvPr>
              <p:cNvPicPr>
                <a:picLocks noGrp="1" noRot="1" noChangeAspect="1" noMove="1" noResize="1" noEditPoints="1" noAdjustHandles="1" noChangeArrowheads="1" noChangeShapeType="1"/>
              </p:cNvPicPr>
              <p:nvPr/>
            </p:nvPicPr>
            <p:blipFill>
              <a:blip r:embed="rId9"/>
              <a:stretch>
                <a:fillRect/>
              </a:stretch>
            </p:blipFill>
            <p:spPr>
              <a:xfrm>
                <a:off x="2727222" y="1077044"/>
                <a:ext cx="7084290" cy="3826878"/>
              </a:xfrm>
              <a:prstGeom prst="rect">
                <a:avLst/>
              </a:prstGeom>
              <a:ln w="3175">
                <a:noFill/>
              </a:ln>
            </p:spPr>
          </p:pic>
        </mc:Fallback>
      </mc:AlternateContent>
      <mc:AlternateContent xmlns:mc="http://schemas.openxmlformats.org/markup-compatibility/2006">
        <mc:Choice xmlns:pslz="http://schemas.microsoft.com/office/powerpoint/2016/slidezoom" Requires="pslz">
          <p:graphicFrame>
            <p:nvGraphicFramePr>
              <p:cNvPr id="17" name="Vista general de diapositiva 16">
                <a:extLst>
                  <a:ext uri="{FF2B5EF4-FFF2-40B4-BE49-F238E27FC236}">
                    <a16:creationId xmlns:a16="http://schemas.microsoft.com/office/drawing/2014/main" id="{52C62CF2-1323-25D2-A247-88FDFB8C8E57}"/>
                  </a:ext>
                </a:extLst>
              </p:cNvPr>
              <p:cNvGraphicFramePr>
                <a:graphicFrameLocks noChangeAspect="1"/>
              </p:cNvGraphicFramePr>
              <p:nvPr>
                <p:extLst>
                  <p:ext uri="{D42A27DB-BD31-4B8C-83A1-F6EECF244321}">
                    <p14:modId xmlns:p14="http://schemas.microsoft.com/office/powerpoint/2010/main" val="63808998"/>
                  </p:ext>
                </p:extLst>
              </p:nvPr>
            </p:nvGraphicFramePr>
            <p:xfrm>
              <a:off x="26110063" y="1277502"/>
              <a:ext cx="6400000" cy="3600000"/>
            </p:xfrm>
            <a:graphic>
              <a:graphicData uri="http://schemas.microsoft.com/office/powerpoint/2016/slidezoom">
                <pslz:sldZm>
                  <pslz:sldZmObj sldId="258" cId="2726730262">
                    <pslz:zmPr id="{78E24BB0-5DAA-4409-B9B1-90FBB5BA5925}" transitionDur="1000">
                      <p166:blipFill xmlns:p166="http://schemas.microsoft.com/office/powerpoint/2016/6/main">
                        <a:blip r:embed="rId11"/>
                        <a:stretch>
                          <a:fillRect/>
                        </a:stretch>
                      </p166:blipFill>
                      <p166:spPr xmlns:p166="http://schemas.microsoft.com/office/powerpoint/2016/6/main">
                        <a:xfrm>
                          <a:off x="0" y="0"/>
                          <a:ext cx="6400000" cy="3600000"/>
                        </a:xfrm>
                        <a:prstGeom prst="rect">
                          <a:avLst/>
                        </a:prstGeom>
                        <a:ln w="3175">
                          <a:noFill/>
                        </a:ln>
                      </p166:spPr>
                    </pslz:zmPr>
                  </pslz:sldZmObj>
                </pslz:sldZm>
              </a:graphicData>
            </a:graphic>
          </p:graphicFrame>
        </mc:Choice>
        <mc:Fallback>
          <p:pic>
            <p:nvPicPr>
              <p:cNvPr id="17" name="Vista general de diapositiva 16">
                <a:hlinkClick r:id="rId12" action="ppaction://hlinksldjump"/>
                <a:extLst>
                  <a:ext uri="{FF2B5EF4-FFF2-40B4-BE49-F238E27FC236}">
                    <a16:creationId xmlns:a16="http://schemas.microsoft.com/office/drawing/2014/main" id="{52C62CF2-1323-25D2-A247-88FDFB8C8E57}"/>
                  </a:ext>
                </a:extLst>
              </p:cNvPr>
              <p:cNvPicPr>
                <a:picLocks noGrp="1" noRot="1" noChangeAspect="1" noMove="1" noResize="1" noEditPoints="1" noAdjustHandles="1" noChangeArrowheads="1" noChangeShapeType="1"/>
              </p:cNvPicPr>
              <p:nvPr/>
            </p:nvPicPr>
            <p:blipFill>
              <a:blip r:embed="rId11"/>
              <a:stretch>
                <a:fillRect/>
              </a:stretch>
            </p:blipFill>
            <p:spPr>
              <a:xfrm>
                <a:off x="26110063" y="1277502"/>
                <a:ext cx="6400000" cy="3600000"/>
              </a:xfrm>
              <a:prstGeom prst="rect">
                <a:avLst/>
              </a:prstGeom>
              <a:ln w="3175">
                <a:noFill/>
              </a:ln>
            </p:spPr>
          </p:pic>
        </mc:Fallback>
      </mc:AlternateContent>
      <mc:AlternateContent xmlns:mc="http://schemas.openxmlformats.org/markup-compatibility/2006">
        <mc:Choice xmlns:pslz="http://schemas.microsoft.com/office/powerpoint/2016/slidezoom" Requires="pslz">
          <p:graphicFrame>
            <p:nvGraphicFramePr>
              <p:cNvPr id="25" name="Vista general de diapositiva 24">
                <a:extLst>
                  <a:ext uri="{FF2B5EF4-FFF2-40B4-BE49-F238E27FC236}">
                    <a16:creationId xmlns:a16="http://schemas.microsoft.com/office/drawing/2014/main" id="{CACEFF8C-EB29-C983-0D84-2D65CABBBEC9}"/>
                  </a:ext>
                </a:extLst>
              </p:cNvPr>
              <p:cNvGraphicFramePr>
                <a:graphicFrameLocks noChangeAspect="1"/>
              </p:cNvGraphicFramePr>
              <p:nvPr>
                <p:extLst>
                  <p:ext uri="{D42A27DB-BD31-4B8C-83A1-F6EECF244321}">
                    <p14:modId xmlns:p14="http://schemas.microsoft.com/office/powerpoint/2010/main" val="2915066262"/>
                  </p:ext>
                </p:extLst>
              </p:nvPr>
            </p:nvGraphicFramePr>
            <p:xfrm>
              <a:off x="-4789441" y="1179531"/>
              <a:ext cx="6400000" cy="3600000"/>
            </p:xfrm>
            <a:graphic>
              <a:graphicData uri="http://schemas.microsoft.com/office/powerpoint/2016/slidezoom">
                <pslz:sldZm>
                  <pslz:sldZmObj sldId="262" cId="1631579452">
                    <pslz:zmPr id="{50F900E6-6132-4920-84DB-1CD721E6AC69}" transitionDur="1000">
                      <p166:blipFill xmlns:p166="http://schemas.microsoft.com/office/powerpoint/2016/6/main">
                        <a:blip r:embed="rId13"/>
                        <a:stretch>
                          <a:fillRect/>
                        </a:stretch>
                      </p166:blipFill>
                      <p166:spPr xmlns:p166="http://schemas.microsoft.com/office/powerpoint/2016/6/main">
                        <a:xfrm>
                          <a:off x="0" y="0"/>
                          <a:ext cx="6400000" cy="3600000"/>
                        </a:xfrm>
                        <a:prstGeom prst="rect">
                          <a:avLst/>
                        </a:prstGeom>
                        <a:ln w="3175">
                          <a:noFill/>
                        </a:ln>
                      </p166:spPr>
                    </pslz:zmPr>
                  </pslz:sldZmObj>
                </pslz:sldZm>
              </a:graphicData>
            </a:graphic>
          </p:graphicFrame>
        </mc:Choice>
        <mc:Fallback>
          <p:pic>
            <p:nvPicPr>
              <p:cNvPr id="25" name="Vista general de diapositiva 24">
                <a:hlinkClick r:id="rId14" action="ppaction://hlinksldjump"/>
                <a:extLst>
                  <a:ext uri="{FF2B5EF4-FFF2-40B4-BE49-F238E27FC236}">
                    <a16:creationId xmlns:a16="http://schemas.microsoft.com/office/drawing/2014/main" id="{CACEFF8C-EB29-C983-0D84-2D65CABBBEC9}"/>
                  </a:ext>
                </a:extLst>
              </p:cNvPr>
              <p:cNvPicPr>
                <a:picLocks noGrp="1" noRot="1" noChangeAspect="1" noMove="1" noResize="1" noEditPoints="1" noAdjustHandles="1" noChangeArrowheads="1" noChangeShapeType="1"/>
              </p:cNvPicPr>
              <p:nvPr/>
            </p:nvPicPr>
            <p:blipFill>
              <a:blip r:embed="rId13"/>
              <a:stretch>
                <a:fillRect/>
              </a:stretch>
            </p:blipFill>
            <p:spPr>
              <a:xfrm>
                <a:off x="-4789441" y="1179531"/>
                <a:ext cx="6400000" cy="3600000"/>
              </a:xfrm>
              <a:prstGeom prst="rect">
                <a:avLst/>
              </a:prstGeom>
              <a:ln w="3175">
                <a:noFill/>
              </a:ln>
            </p:spPr>
          </p:pic>
        </mc:Fallback>
      </mc:AlternateContent>
      <p:sp>
        <p:nvSpPr>
          <p:cNvPr id="2" name="Elipse 1">
            <a:extLst>
              <a:ext uri="{FF2B5EF4-FFF2-40B4-BE49-F238E27FC236}">
                <a16:creationId xmlns:a16="http://schemas.microsoft.com/office/drawing/2014/main" id="{D742E9A3-693C-E94A-EC75-727C8CF40247}"/>
              </a:ext>
            </a:extLst>
          </p:cNvPr>
          <p:cNvSpPr/>
          <p:nvPr/>
        </p:nvSpPr>
        <p:spPr>
          <a:xfrm>
            <a:off x="10347536" y="30713"/>
            <a:ext cx="1706034" cy="1629664"/>
          </a:xfrm>
          <a:prstGeom prst="ellipse">
            <a:avLst/>
          </a:prstGeom>
          <a:gradFill>
            <a:gsLst>
              <a:gs pos="0">
                <a:schemeClr val="bg1"/>
              </a:gs>
              <a:gs pos="100000">
                <a:schemeClr val="accent5">
                  <a:lumMod val="95000"/>
                  <a:lumOff val="5000"/>
                </a:schemeClr>
              </a:gs>
            </a:gsLst>
            <a:path path="circle">
              <a:fillToRect l="50000" t="130000" r="50000" b="-30000"/>
            </a:path>
          </a:gradFill>
          <a:effectLst>
            <a:softEdge rad="4953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Tree>
    <p:extLst>
      <p:ext uri="{BB962C8B-B14F-4D97-AF65-F5344CB8AC3E}">
        <p14:creationId xmlns:p14="http://schemas.microsoft.com/office/powerpoint/2010/main" val="270436637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40000"/>
                <a:lumOff val="60000"/>
              </a:schemeClr>
            </a:gs>
            <a:gs pos="46000">
              <a:schemeClr val="accent5">
                <a:lumMod val="95000"/>
                <a:lumOff val="5000"/>
              </a:schemeClr>
            </a:gs>
            <a:gs pos="100000">
              <a:schemeClr val="tx1"/>
            </a:gs>
          </a:gsLst>
          <a:path path="circle">
            <a:fillToRect l="50000" t="130000" r="50000" b="-30000"/>
          </a:path>
          <a:tileRect/>
        </a:gradFill>
        <a:effectLst/>
      </p:bgPr>
    </p:bg>
    <p:spTree>
      <p:nvGrpSpPr>
        <p:cNvPr id="1" name="">
          <a:extLst>
            <a:ext uri="{FF2B5EF4-FFF2-40B4-BE49-F238E27FC236}">
              <a16:creationId xmlns:a16="http://schemas.microsoft.com/office/drawing/2014/main" id="{73CA0392-D289-CA44-C037-BD5F7C5D7230}"/>
            </a:ext>
          </a:extLst>
        </p:cNvPr>
        <p:cNvGrpSpPr/>
        <p:nvPr/>
      </p:nvGrpSpPr>
      <p:grpSpPr>
        <a:xfrm>
          <a:off x="0" y="0"/>
          <a:ext cx="0" cy="0"/>
          <a:chOff x="0" y="0"/>
          <a:chExt cx="0" cy="0"/>
        </a:xfrm>
      </p:grpSpPr>
      <p:sp>
        <p:nvSpPr>
          <p:cNvPr id="10" name="Rectángulo 9">
            <a:extLst>
              <a:ext uri="{FF2B5EF4-FFF2-40B4-BE49-F238E27FC236}">
                <a16:creationId xmlns:a16="http://schemas.microsoft.com/office/drawing/2014/main" id="{4E413240-FF57-62EA-B58B-6E12F3099A36}"/>
              </a:ext>
            </a:extLst>
          </p:cNvPr>
          <p:cNvSpPr/>
          <p:nvPr/>
        </p:nvSpPr>
        <p:spPr>
          <a:xfrm>
            <a:off x="2532888" y="1005840"/>
            <a:ext cx="7278624" cy="3922776"/>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mc:AlternateContent xmlns:mc="http://schemas.openxmlformats.org/markup-compatibility/2006">
        <mc:Choice xmlns:pslz="http://schemas.microsoft.com/office/powerpoint/2016/slidezoom" Requires="pslz">
          <p:graphicFrame>
            <p:nvGraphicFramePr>
              <p:cNvPr id="15" name="Vista general de diapositiva 14">
                <a:extLst>
                  <a:ext uri="{FF2B5EF4-FFF2-40B4-BE49-F238E27FC236}">
                    <a16:creationId xmlns:a16="http://schemas.microsoft.com/office/drawing/2014/main" id="{CE1B23EE-D478-4536-5D4B-392314E738EE}"/>
                  </a:ext>
                </a:extLst>
              </p:cNvPr>
              <p:cNvGraphicFramePr>
                <a:graphicFrameLocks noChangeAspect="1"/>
              </p:cNvGraphicFramePr>
              <p:nvPr>
                <p:extLst>
                  <p:ext uri="{D42A27DB-BD31-4B8C-83A1-F6EECF244321}">
                    <p14:modId xmlns:p14="http://schemas.microsoft.com/office/powerpoint/2010/main" val="1161926332"/>
                  </p:ext>
                </p:extLst>
              </p:nvPr>
            </p:nvGraphicFramePr>
            <p:xfrm>
              <a:off x="40882186" y="1077044"/>
              <a:ext cx="7436271" cy="4121572"/>
            </p:xfrm>
            <a:graphic>
              <a:graphicData uri="http://schemas.microsoft.com/office/powerpoint/2016/slidezoom">
                <pslz:sldZm>
                  <pslz:sldZmObj sldId="257" cId="3391385030">
                    <pslz:zmPr id="{DBEAD41D-43BC-48FD-9027-82E39E9BF39E}" transitionDur="1000">
                      <p166:blipFill xmlns:p166="http://schemas.microsoft.com/office/powerpoint/2016/6/main">
                        <a:blip r:embed="rId2"/>
                        <a:stretch>
                          <a:fillRect/>
                        </a:stretch>
                      </p166:blipFill>
                      <p166:spPr xmlns:p166="http://schemas.microsoft.com/office/powerpoint/2016/6/main">
                        <a:xfrm>
                          <a:off x="0" y="0"/>
                          <a:ext cx="7436271" cy="4121572"/>
                        </a:xfrm>
                        <a:prstGeom prst="rect">
                          <a:avLst/>
                        </a:prstGeom>
                        <a:ln w="3175">
                          <a:noFill/>
                        </a:ln>
                      </p166:spPr>
                    </pslz:zmPr>
                  </pslz:sldZmObj>
                </pslz:sldZm>
              </a:graphicData>
            </a:graphic>
          </p:graphicFrame>
        </mc:Choice>
        <mc:Fallback>
          <p:pic>
            <p:nvPicPr>
              <p:cNvPr id="15" name="Vista general de diapositiva 14">
                <a:hlinkClick r:id="rId3" action="ppaction://hlinksldjump"/>
                <a:extLst>
                  <a:ext uri="{FF2B5EF4-FFF2-40B4-BE49-F238E27FC236}">
                    <a16:creationId xmlns:a16="http://schemas.microsoft.com/office/drawing/2014/main" id="{CE1B23EE-D478-4536-5D4B-392314E738EE}"/>
                  </a:ext>
                </a:extLst>
              </p:cNvPr>
              <p:cNvPicPr>
                <a:picLocks noGrp="1" noRot="1" noChangeAspect="1" noMove="1" noResize="1" noEditPoints="1" noAdjustHandles="1" noChangeArrowheads="1" noChangeShapeType="1"/>
              </p:cNvPicPr>
              <p:nvPr/>
            </p:nvPicPr>
            <p:blipFill>
              <a:blip r:embed="rId2"/>
              <a:stretch>
                <a:fillRect/>
              </a:stretch>
            </p:blipFill>
            <p:spPr>
              <a:xfrm>
                <a:off x="40882186" y="1077044"/>
                <a:ext cx="7436271" cy="4121572"/>
              </a:xfrm>
              <a:prstGeom prst="rect">
                <a:avLst/>
              </a:prstGeom>
              <a:ln w="3175">
                <a:noFill/>
              </a:ln>
            </p:spPr>
          </p:pic>
        </mc:Fallback>
      </mc:AlternateContent>
      <p:sp>
        <p:nvSpPr>
          <p:cNvPr id="11" name="CuadroTexto 10">
            <a:extLst>
              <a:ext uri="{FF2B5EF4-FFF2-40B4-BE49-F238E27FC236}">
                <a16:creationId xmlns:a16="http://schemas.microsoft.com/office/drawing/2014/main" id="{74EE7626-F7EE-8866-138C-A36E1491B42F}"/>
              </a:ext>
            </a:extLst>
          </p:cNvPr>
          <p:cNvSpPr txBox="1"/>
          <p:nvPr/>
        </p:nvSpPr>
        <p:spPr>
          <a:xfrm>
            <a:off x="213360" y="0"/>
            <a:ext cx="12100560" cy="830997"/>
          </a:xfrm>
          <a:prstGeom prst="rect">
            <a:avLst/>
          </a:prstGeom>
          <a:gradFill>
            <a:gsLst>
              <a:gs pos="0">
                <a:schemeClr val="accent5">
                  <a:lumMod val="40000"/>
                  <a:lumOff val="60000"/>
                </a:schemeClr>
              </a:gs>
              <a:gs pos="46000">
                <a:schemeClr val="accent5">
                  <a:lumMod val="95000"/>
                  <a:lumOff val="5000"/>
                </a:schemeClr>
              </a:gs>
              <a:gs pos="100000">
                <a:schemeClr val="tx1"/>
              </a:gs>
            </a:gsLst>
            <a:path path="circle">
              <a:fillToRect l="50000" t="130000" r="50000" b="-30000"/>
            </a:path>
          </a:gradFill>
        </p:spPr>
        <p:txBody>
          <a:bodyPr wrap="square" rtlCol="0">
            <a:spAutoFit/>
          </a:bodyPr>
          <a:lstStyle/>
          <a:p>
            <a:pPr algn="ctr"/>
            <a:r>
              <a:rPr lang="es-CO" sz="4800" dirty="0">
                <a:latin typeface="Arial Black" panose="020B0A04020102020204" pitchFamily="34" charset="0"/>
              </a:rPr>
              <a:t>INGENIERIA DE SOFTWARE</a:t>
            </a:r>
          </a:p>
        </p:txBody>
      </p:sp>
      <p:pic>
        <p:nvPicPr>
          <p:cNvPr id="9" name="Imagen 8">
            <a:extLst>
              <a:ext uri="{FF2B5EF4-FFF2-40B4-BE49-F238E27FC236}">
                <a16:creationId xmlns:a16="http://schemas.microsoft.com/office/drawing/2014/main" id="{1C3FA4D9-29F4-6172-BA52-57F1F27E4A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72447" y="-1035702"/>
            <a:ext cx="9599506" cy="9112284"/>
          </a:xfrm>
          <a:prstGeom prst="rect">
            <a:avLst/>
          </a:prstGeom>
          <a:effectLst>
            <a:outerShdw blurRad="88900" dist="38100" dir="2700000" algn="tl" rotWithShape="0">
              <a:schemeClr val="bg1">
                <a:alpha val="40000"/>
              </a:schemeClr>
            </a:outerShdw>
          </a:effectLst>
        </p:spPr>
      </p:pic>
      <p:sp>
        <p:nvSpPr>
          <p:cNvPr id="12" name="Elipse 11">
            <a:extLst>
              <a:ext uri="{FF2B5EF4-FFF2-40B4-BE49-F238E27FC236}">
                <a16:creationId xmlns:a16="http://schemas.microsoft.com/office/drawing/2014/main" id="{01F53F5C-CCD3-25AE-7562-066E71E67D1A}"/>
              </a:ext>
            </a:extLst>
          </p:cNvPr>
          <p:cNvSpPr/>
          <p:nvPr/>
        </p:nvSpPr>
        <p:spPr>
          <a:xfrm>
            <a:off x="519430" y="-500934"/>
            <a:ext cx="1706034" cy="1629664"/>
          </a:xfrm>
          <a:prstGeom prst="ellipse">
            <a:avLst/>
          </a:prstGeom>
          <a:gradFill>
            <a:gsLst>
              <a:gs pos="0">
                <a:schemeClr val="bg1"/>
              </a:gs>
              <a:gs pos="100000">
                <a:schemeClr val="accent5">
                  <a:lumMod val="95000"/>
                  <a:lumOff val="5000"/>
                </a:schemeClr>
              </a:gs>
            </a:gsLst>
            <a:path path="circle">
              <a:fillToRect l="50000" t="130000" r="50000" b="-30000"/>
            </a:path>
          </a:gradFill>
          <a:effectLst>
            <a:softEdge rad="4953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3" name="Elipse 12">
            <a:extLst>
              <a:ext uri="{FF2B5EF4-FFF2-40B4-BE49-F238E27FC236}">
                <a16:creationId xmlns:a16="http://schemas.microsoft.com/office/drawing/2014/main" id="{03497659-E8DD-0ECD-9166-75DF967634B0}"/>
              </a:ext>
            </a:extLst>
          </p:cNvPr>
          <p:cNvSpPr/>
          <p:nvPr/>
        </p:nvSpPr>
        <p:spPr>
          <a:xfrm>
            <a:off x="671830" y="-348534"/>
            <a:ext cx="1706034" cy="1629664"/>
          </a:xfrm>
          <a:prstGeom prst="ellipse">
            <a:avLst/>
          </a:prstGeom>
          <a:gradFill>
            <a:gsLst>
              <a:gs pos="0">
                <a:schemeClr val="bg1"/>
              </a:gs>
              <a:gs pos="100000">
                <a:schemeClr val="accent5">
                  <a:lumMod val="95000"/>
                  <a:lumOff val="5000"/>
                </a:schemeClr>
              </a:gs>
            </a:gsLst>
            <a:path path="circle">
              <a:fillToRect l="50000" t="130000" r="50000" b="-30000"/>
            </a:path>
          </a:gradFill>
          <a:effectLst>
            <a:softEdge rad="4953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mc:AlternateContent xmlns:mc="http://schemas.openxmlformats.org/markup-compatibility/2006">
        <mc:Choice xmlns:pslz="http://schemas.microsoft.com/office/powerpoint/2016/slidezoom" Requires="pslz">
          <p:graphicFrame>
            <p:nvGraphicFramePr>
              <p:cNvPr id="19" name="Vista general de diapositiva 18">
                <a:extLst>
                  <a:ext uri="{FF2B5EF4-FFF2-40B4-BE49-F238E27FC236}">
                    <a16:creationId xmlns:a16="http://schemas.microsoft.com/office/drawing/2014/main" id="{B87EC0DB-3133-32E0-F875-53B42774983D}"/>
                  </a:ext>
                </a:extLst>
              </p:cNvPr>
              <p:cNvGraphicFramePr>
                <a:graphicFrameLocks noChangeAspect="1"/>
              </p:cNvGraphicFramePr>
              <p:nvPr>
                <p:extLst>
                  <p:ext uri="{D42A27DB-BD31-4B8C-83A1-F6EECF244321}">
                    <p14:modId xmlns:p14="http://schemas.microsoft.com/office/powerpoint/2010/main" val="356017682"/>
                  </p:ext>
                </p:extLst>
              </p:nvPr>
            </p:nvGraphicFramePr>
            <p:xfrm>
              <a:off x="26482213" y="1077044"/>
              <a:ext cx="6996459" cy="3804242"/>
            </p:xfrm>
            <a:graphic>
              <a:graphicData uri="http://schemas.microsoft.com/office/powerpoint/2016/slidezoom">
                <pslz:sldZm>
                  <pslz:sldZmObj sldId="259" cId="1848172118">
                    <pslz:zmPr id="{E72A4A0F-C23C-42AD-9A35-8516905CB4BF}" transitionDur="1000">
                      <p166:blipFill xmlns:p166="http://schemas.microsoft.com/office/powerpoint/2016/6/main">
                        <a:blip r:embed="rId5"/>
                        <a:stretch>
                          <a:fillRect/>
                        </a:stretch>
                      </p166:blipFill>
                      <p166:spPr xmlns:p166="http://schemas.microsoft.com/office/powerpoint/2016/6/main">
                        <a:xfrm>
                          <a:off x="0" y="0"/>
                          <a:ext cx="6996459" cy="3804242"/>
                        </a:xfrm>
                        <a:prstGeom prst="rect">
                          <a:avLst/>
                        </a:prstGeom>
                        <a:ln w="3175">
                          <a:noFill/>
                        </a:ln>
                      </p166:spPr>
                    </pslz:zmPr>
                  </pslz:sldZmObj>
                </pslz:sldZm>
              </a:graphicData>
            </a:graphic>
          </p:graphicFrame>
        </mc:Choice>
        <mc:Fallback>
          <p:pic>
            <p:nvPicPr>
              <p:cNvPr id="19" name="Vista general de diapositiva 18">
                <a:hlinkClick r:id="rId6" action="ppaction://hlinksldjump"/>
                <a:extLst>
                  <a:ext uri="{FF2B5EF4-FFF2-40B4-BE49-F238E27FC236}">
                    <a16:creationId xmlns:a16="http://schemas.microsoft.com/office/drawing/2014/main" id="{B87EC0DB-3133-32E0-F875-53B42774983D}"/>
                  </a:ext>
                </a:extLst>
              </p:cNvPr>
              <p:cNvPicPr>
                <a:picLocks noGrp="1" noRot="1" noChangeAspect="1" noMove="1" noResize="1" noEditPoints="1" noAdjustHandles="1" noChangeArrowheads="1" noChangeShapeType="1"/>
              </p:cNvPicPr>
              <p:nvPr/>
            </p:nvPicPr>
            <p:blipFill>
              <a:blip r:embed="rId5"/>
              <a:stretch>
                <a:fillRect/>
              </a:stretch>
            </p:blipFill>
            <p:spPr>
              <a:xfrm>
                <a:off x="26482213" y="1077044"/>
                <a:ext cx="6996459" cy="3804242"/>
              </a:xfrm>
              <a:prstGeom prst="rect">
                <a:avLst/>
              </a:prstGeom>
              <a:ln w="3175">
                <a:noFill/>
              </a:ln>
            </p:spPr>
          </p:pic>
        </mc:Fallback>
      </mc:AlternateContent>
      <mc:AlternateContent xmlns:mc="http://schemas.openxmlformats.org/markup-compatibility/2006">
        <mc:Choice xmlns:pslz="http://schemas.microsoft.com/office/powerpoint/2016/slidezoom" Requires="pslz">
          <p:graphicFrame>
            <p:nvGraphicFramePr>
              <p:cNvPr id="21" name="Vista general de diapositiva 20">
                <a:extLst>
                  <a:ext uri="{FF2B5EF4-FFF2-40B4-BE49-F238E27FC236}">
                    <a16:creationId xmlns:a16="http://schemas.microsoft.com/office/drawing/2014/main" id="{DCA49C11-4DAD-F521-961D-CE08CB41054A}"/>
                  </a:ext>
                </a:extLst>
              </p:cNvPr>
              <p:cNvGraphicFramePr>
                <a:graphicFrameLocks noChangeAspect="1"/>
              </p:cNvGraphicFramePr>
              <p:nvPr>
                <p:extLst>
                  <p:ext uri="{D42A27DB-BD31-4B8C-83A1-F6EECF244321}">
                    <p14:modId xmlns:p14="http://schemas.microsoft.com/office/powerpoint/2010/main" val="3049411194"/>
                  </p:ext>
                </p:extLst>
              </p:nvPr>
            </p:nvGraphicFramePr>
            <p:xfrm>
              <a:off x="18626782" y="961626"/>
              <a:ext cx="7021858" cy="3757993"/>
            </p:xfrm>
            <a:graphic>
              <a:graphicData uri="http://schemas.microsoft.com/office/powerpoint/2016/slidezoom">
                <pslz:sldZm>
                  <pslz:sldZmObj sldId="260" cId="2189422960">
                    <pslz:zmPr id="{EEA908D0-76D2-4344-89D2-BA9041045C3E}" transitionDur="1000">
                      <p166:blipFill xmlns:p166="http://schemas.microsoft.com/office/powerpoint/2016/6/main">
                        <a:blip r:embed="rId7"/>
                        <a:stretch>
                          <a:fillRect/>
                        </a:stretch>
                      </p166:blipFill>
                      <p166:spPr xmlns:p166="http://schemas.microsoft.com/office/powerpoint/2016/6/main">
                        <a:xfrm>
                          <a:off x="0" y="0"/>
                          <a:ext cx="7021858" cy="3757993"/>
                        </a:xfrm>
                        <a:prstGeom prst="rect">
                          <a:avLst/>
                        </a:prstGeom>
                        <a:ln w="3175">
                          <a:noFill/>
                        </a:ln>
                      </p166:spPr>
                    </pslz:zmPr>
                  </pslz:sldZmObj>
                </pslz:sldZm>
              </a:graphicData>
            </a:graphic>
          </p:graphicFrame>
        </mc:Choice>
        <mc:Fallback>
          <p:pic>
            <p:nvPicPr>
              <p:cNvPr id="21" name="Vista general de diapositiva 20">
                <a:hlinkClick r:id="rId8" action="ppaction://hlinksldjump"/>
                <a:extLst>
                  <a:ext uri="{FF2B5EF4-FFF2-40B4-BE49-F238E27FC236}">
                    <a16:creationId xmlns:a16="http://schemas.microsoft.com/office/drawing/2014/main" id="{DCA49C11-4DAD-F521-961D-CE08CB41054A}"/>
                  </a:ext>
                </a:extLst>
              </p:cNvPr>
              <p:cNvPicPr>
                <a:picLocks noGrp="1" noRot="1" noChangeAspect="1" noMove="1" noResize="1" noEditPoints="1" noAdjustHandles="1" noChangeArrowheads="1" noChangeShapeType="1"/>
              </p:cNvPicPr>
              <p:nvPr/>
            </p:nvPicPr>
            <p:blipFill>
              <a:blip r:embed="rId7"/>
              <a:stretch>
                <a:fillRect/>
              </a:stretch>
            </p:blipFill>
            <p:spPr>
              <a:xfrm>
                <a:off x="18626782" y="961626"/>
                <a:ext cx="7021858" cy="3757993"/>
              </a:xfrm>
              <a:prstGeom prst="rect">
                <a:avLst/>
              </a:prstGeom>
              <a:ln w="3175">
                <a:noFill/>
              </a:ln>
            </p:spPr>
          </p:pic>
        </mc:Fallback>
      </mc:AlternateContent>
      <mc:AlternateContent xmlns:mc="http://schemas.openxmlformats.org/markup-compatibility/2006">
        <mc:Choice xmlns:pslz="http://schemas.microsoft.com/office/powerpoint/2016/slidezoom" Requires="pslz">
          <p:graphicFrame>
            <p:nvGraphicFramePr>
              <p:cNvPr id="23" name="Vista general de diapositiva 22">
                <a:extLst>
                  <a:ext uri="{FF2B5EF4-FFF2-40B4-BE49-F238E27FC236}">
                    <a16:creationId xmlns:a16="http://schemas.microsoft.com/office/drawing/2014/main" id="{86F56627-BCAF-3F3A-4B59-BF4A1CBF4E40}"/>
                  </a:ext>
                </a:extLst>
              </p:cNvPr>
              <p:cNvGraphicFramePr>
                <a:graphicFrameLocks noChangeAspect="1"/>
              </p:cNvGraphicFramePr>
              <p:nvPr>
                <p:extLst>
                  <p:ext uri="{D42A27DB-BD31-4B8C-83A1-F6EECF244321}">
                    <p14:modId xmlns:p14="http://schemas.microsoft.com/office/powerpoint/2010/main" val="987149294"/>
                  </p:ext>
                </p:extLst>
              </p:nvPr>
            </p:nvGraphicFramePr>
            <p:xfrm>
              <a:off x="10597588" y="1077044"/>
              <a:ext cx="7084290" cy="3826878"/>
            </p:xfrm>
            <a:graphic>
              <a:graphicData uri="http://schemas.microsoft.com/office/powerpoint/2016/slidezoom">
                <pslz:sldZm>
                  <pslz:sldZmObj sldId="261" cId="1830263750">
                    <pslz:zmPr id="{6ABD74FE-FA56-4D23-BBE7-29DEFCE47603}" transitionDur="1000">
                      <p166:blipFill xmlns:p166="http://schemas.microsoft.com/office/powerpoint/2016/6/main">
                        <a:blip r:embed="rId9"/>
                        <a:stretch>
                          <a:fillRect/>
                        </a:stretch>
                      </p166:blipFill>
                      <p166:spPr xmlns:p166="http://schemas.microsoft.com/office/powerpoint/2016/6/main">
                        <a:xfrm>
                          <a:off x="0" y="0"/>
                          <a:ext cx="7084290" cy="3826878"/>
                        </a:xfrm>
                        <a:prstGeom prst="rect">
                          <a:avLst/>
                        </a:prstGeom>
                        <a:ln w="3175">
                          <a:noFill/>
                        </a:ln>
                      </p166:spPr>
                    </pslz:zmPr>
                  </pslz:sldZmObj>
                </pslz:sldZm>
              </a:graphicData>
            </a:graphic>
          </p:graphicFrame>
        </mc:Choice>
        <mc:Fallback>
          <p:pic>
            <p:nvPicPr>
              <p:cNvPr id="23" name="Vista general de diapositiva 22">
                <a:hlinkClick r:id="rId10" action="ppaction://hlinksldjump"/>
                <a:extLst>
                  <a:ext uri="{FF2B5EF4-FFF2-40B4-BE49-F238E27FC236}">
                    <a16:creationId xmlns:a16="http://schemas.microsoft.com/office/drawing/2014/main" id="{86F56627-BCAF-3F3A-4B59-BF4A1CBF4E40}"/>
                  </a:ext>
                </a:extLst>
              </p:cNvPr>
              <p:cNvPicPr>
                <a:picLocks noGrp="1" noRot="1" noChangeAspect="1" noMove="1" noResize="1" noEditPoints="1" noAdjustHandles="1" noChangeArrowheads="1" noChangeShapeType="1"/>
              </p:cNvPicPr>
              <p:nvPr/>
            </p:nvPicPr>
            <p:blipFill>
              <a:blip r:embed="rId9"/>
              <a:stretch>
                <a:fillRect/>
              </a:stretch>
            </p:blipFill>
            <p:spPr>
              <a:xfrm>
                <a:off x="10597588" y="1077044"/>
                <a:ext cx="7084290" cy="3826878"/>
              </a:xfrm>
              <a:prstGeom prst="rect">
                <a:avLst/>
              </a:prstGeom>
              <a:ln w="3175">
                <a:noFill/>
              </a:ln>
            </p:spPr>
          </p:pic>
        </mc:Fallback>
      </mc:AlternateContent>
      <mc:AlternateContent xmlns:mc="http://schemas.openxmlformats.org/markup-compatibility/2006">
        <mc:Choice xmlns:pslz="http://schemas.microsoft.com/office/powerpoint/2016/slidezoom" Requires="pslz">
          <p:graphicFrame>
            <p:nvGraphicFramePr>
              <p:cNvPr id="25" name="Vista general de diapositiva 24">
                <a:extLst>
                  <a:ext uri="{FF2B5EF4-FFF2-40B4-BE49-F238E27FC236}">
                    <a16:creationId xmlns:a16="http://schemas.microsoft.com/office/drawing/2014/main" id="{281B2EFE-F288-7AD7-C38C-2D6C85BC6E7B}"/>
                  </a:ext>
                </a:extLst>
              </p:cNvPr>
              <p:cNvGraphicFramePr>
                <a:graphicFrameLocks noChangeAspect="1"/>
              </p:cNvGraphicFramePr>
              <p:nvPr>
                <p:extLst>
                  <p:ext uri="{D42A27DB-BD31-4B8C-83A1-F6EECF244321}">
                    <p14:modId xmlns:p14="http://schemas.microsoft.com/office/powerpoint/2010/main" val="932552607"/>
                  </p:ext>
                </p:extLst>
              </p:nvPr>
            </p:nvGraphicFramePr>
            <p:xfrm>
              <a:off x="2530264" y="1179531"/>
              <a:ext cx="7128848" cy="3600000"/>
            </p:xfrm>
            <a:graphic>
              <a:graphicData uri="http://schemas.microsoft.com/office/powerpoint/2016/slidezoom">
                <pslz:sldZm>
                  <pslz:sldZmObj sldId="262" cId="1631579452">
                    <pslz:zmPr id="{50F900E6-6132-4920-84DB-1CD721E6AC69}" transitionDur="1000">
                      <p166:blipFill xmlns:p166="http://schemas.microsoft.com/office/powerpoint/2016/6/main">
                        <a:blip r:embed="rId11"/>
                        <a:stretch>
                          <a:fillRect/>
                        </a:stretch>
                      </p166:blipFill>
                      <p166:spPr xmlns:p166="http://schemas.microsoft.com/office/powerpoint/2016/6/main">
                        <a:xfrm>
                          <a:off x="0" y="0"/>
                          <a:ext cx="7128848" cy="3600000"/>
                        </a:xfrm>
                        <a:prstGeom prst="rect">
                          <a:avLst/>
                        </a:prstGeom>
                        <a:ln w="3175">
                          <a:noFill/>
                        </a:ln>
                      </p166:spPr>
                    </pslz:zmPr>
                  </pslz:sldZmObj>
                </pslz:sldZm>
              </a:graphicData>
            </a:graphic>
          </p:graphicFrame>
        </mc:Choice>
        <mc:Fallback>
          <p:pic>
            <p:nvPicPr>
              <p:cNvPr id="25" name="Vista general de diapositiva 24">
                <a:hlinkClick r:id="rId12" action="ppaction://hlinksldjump"/>
                <a:extLst>
                  <a:ext uri="{FF2B5EF4-FFF2-40B4-BE49-F238E27FC236}">
                    <a16:creationId xmlns:a16="http://schemas.microsoft.com/office/drawing/2014/main" id="{281B2EFE-F288-7AD7-C38C-2D6C85BC6E7B}"/>
                  </a:ext>
                </a:extLst>
              </p:cNvPr>
              <p:cNvPicPr>
                <a:picLocks noGrp="1" noRot="1" noChangeAspect="1" noMove="1" noResize="1" noEditPoints="1" noAdjustHandles="1" noChangeArrowheads="1" noChangeShapeType="1"/>
              </p:cNvPicPr>
              <p:nvPr/>
            </p:nvPicPr>
            <p:blipFill>
              <a:blip r:embed="rId11"/>
              <a:stretch>
                <a:fillRect/>
              </a:stretch>
            </p:blipFill>
            <p:spPr>
              <a:xfrm>
                <a:off x="2530264" y="1179531"/>
                <a:ext cx="7128848" cy="3600000"/>
              </a:xfrm>
              <a:prstGeom prst="rect">
                <a:avLst/>
              </a:prstGeom>
              <a:ln w="3175">
                <a:noFill/>
              </a:ln>
            </p:spPr>
          </p:pic>
        </mc:Fallback>
      </mc:AlternateContent>
      <mc:AlternateContent xmlns:mc="http://schemas.openxmlformats.org/markup-compatibility/2006">
        <mc:Choice xmlns:pslz="http://schemas.microsoft.com/office/powerpoint/2016/slidezoom" Requires="pslz">
          <p:graphicFrame>
            <p:nvGraphicFramePr>
              <p:cNvPr id="17" name="Vista general de diapositiva 16">
                <a:extLst>
                  <a:ext uri="{FF2B5EF4-FFF2-40B4-BE49-F238E27FC236}">
                    <a16:creationId xmlns:a16="http://schemas.microsoft.com/office/drawing/2014/main" id="{2F455912-236C-1CCE-0702-E6B76F5D0EAB}"/>
                  </a:ext>
                </a:extLst>
              </p:cNvPr>
              <p:cNvGraphicFramePr>
                <a:graphicFrameLocks noChangeAspect="1"/>
              </p:cNvGraphicFramePr>
              <p:nvPr>
                <p:extLst>
                  <p:ext uri="{D42A27DB-BD31-4B8C-83A1-F6EECF244321}">
                    <p14:modId xmlns:p14="http://schemas.microsoft.com/office/powerpoint/2010/main" val="4169809660"/>
                  </p:ext>
                </p:extLst>
              </p:nvPr>
            </p:nvGraphicFramePr>
            <p:xfrm>
              <a:off x="33980429" y="1277502"/>
              <a:ext cx="6400000" cy="3600000"/>
            </p:xfrm>
            <a:graphic>
              <a:graphicData uri="http://schemas.microsoft.com/office/powerpoint/2016/slidezoom">
                <pslz:sldZm>
                  <pslz:sldZmObj sldId="258" cId="2726730262">
                    <pslz:zmPr id="{78E24BB0-5DAA-4409-B9B1-90FBB5BA5925}" transitionDur="1000">
                      <p166:blipFill xmlns:p166="http://schemas.microsoft.com/office/powerpoint/2016/6/main">
                        <a:blip r:embed="rId13"/>
                        <a:stretch>
                          <a:fillRect/>
                        </a:stretch>
                      </p166:blipFill>
                      <p166:spPr xmlns:p166="http://schemas.microsoft.com/office/powerpoint/2016/6/main">
                        <a:xfrm>
                          <a:off x="0" y="0"/>
                          <a:ext cx="6400000" cy="3600000"/>
                        </a:xfrm>
                        <a:prstGeom prst="rect">
                          <a:avLst/>
                        </a:prstGeom>
                        <a:ln w="3175">
                          <a:noFill/>
                        </a:ln>
                      </p166:spPr>
                    </pslz:zmPr>
                  </pslz:sldZmObj>
                </pslz:sldZm>
              </a:graphicData>
            </a:graphic>
          </p:graphicFrame>
        </mc:Choice>
        <mc:Fallback>
          <p:pic>
            <p:nvPicPr>
              <p:cNvPr id="17" name="Vista general de diapositiva 16">
                <a:hlinkClick r:id="rId14" action="ppaction://hlinksldjump"/>
                <a:extLst>
                  <a:ext uri="{FF2B5EF4-FFF2-40B4-BE49-F238E27FC236}">
                    <a16:creationId xmlns:a16="http://schemas.microsoft.com/office/drawing/2014/main" id="{2F455912-236C-1CCE-0702-E6B76F5D0EAB}"/>
                  </a:ext>
                </a:extLst>
              </p:cNvPr>
              <p:cNvPicPr>
                <a:picLocks noGrp="1" noRot="1" noChangeAspect="1" noMove="1" noResize="1" noEditPoints="1" noAdjustHandles="1" noChangeArrowheads="1" noChangeShapeType="1"/>
              </p:cNvPicPr>
              <p:nvPr/>
            </p:nvPicPr>
            <p:blipFill>
              <a:blip r:embed="rId13"/>
              <a:stretch>
                <a:fillRect/>
              </a:stretch>
            </p:blipFill>
            <p:spPr>
              <a:xfrm>
                <a:off x="33980429" y="1277502"/>
                <a:ext cx="6400000" cy="3600000"/>
              </a:xfrm>
              <a:prstGeom prst="rect">
                <a:avLst/>
              </a:prstGeom>
              <a:ln w="3175">
                <a:noFill/>
              </a:ln>
            </p:spPr>
          </p:pic>
        </mc:Fallback>
      </mc:AlternateContent>
      <mc:AlternateContent xmlns:mc="http://schemas.openxmlformats.org/markup-compatibility/2006">
        <mc:Choice xmlns:pslz="http://schemas.microsoft.com/office/powerpoint/2016/slidezoom" Requires="pslz">
          <p:graphicFrame>
            <p:nvGraphicFramePr>
              <p:cNvPr id="2" name="Vista general de diapositiva 1">
                <a:extLst>
                  <a:ext uri="{FF2B5EF4-FFF2-40B4-BE49-F238E27FC236}">
                    <a16:creationId xmlns:a16="http://schemas.microsoft.com/office/drawing/2014/main" id="{1927BB46-3BAC-F6B5-A19D-331D08375B55}"/>
                  </a:ext>
                </a:extLst>
              </p:cNvPr>
              <p:cNvGraphicFramePr>
                <a:graphicFrameLocks noChangeAspect="1"/>
              </p:cNvGraphicFramePr>
              <p:nvPr>
                <p:extLst>
                  <p:ext uri="{D42A27DB-BD31-4B8C-83A1-F6EECF244321}">
                    <p14:modId xmlns:p14="http://schemas.microsoft.com/office/powerpoint/2010/main" val="495839356"/>
                  </p:ext>
                </p:extLst>
              </p:nvPr>
            </p:nvGraphicFramePr>
            <p:xfrm>
              <a:off x="-5990400" y="1331931"/>
              <a:ext cx="7210447" cy="3985199"/>
            </p:xfrm>
            <a:graphic>
              <a:graphicData uri="http://schemas.microsoft.com/office/powerpoint/2016/slidezoom">
                <pslz:sldZm>
                  <pslz:sldZmObj sldId="263" cId="1853309051">
                    <pslz:zmPr id="{3D69B49B-25D4-4F5A-AB3E-C400CE78D672}" transitionDur="1000">
                      <p166:blipFill xmlns:p166="http://schemas.microsoft.com/office/powerpoint/2016/6/main">
                        <a:blip r:embed="rId15"/>
                        <a:stretch>
                          <a:fillRect/>
                        </a:stretch>
                      </p166:blipFill>
                      <p166:spPr xmlns:p166="http://schemas.microsoft.com/office/powerpoint/2016/6/main">
                        <a:xfrm>
                          <a:off x="0" y="0"/>
                          <a:ext cx="7210447" cy="3985199"/>
                        </a:xfrm>
                        <a:prstGeom prst="rect">
                          <a:avLst/>
                        </a:prstGeom>
                        <a:ln w="3175">
                          <a:solidFill>
                            <a:prstClr val="ltGray"/>
                          </a:solidFill>
                        </a:ln>
                      </p166:spPr>
                    </pslz:zmPr>
                  </pslz:sldZmObj>
                </pslz:sldZm>
              </a:graphicData>
            </a:graphic>
          </p:graphicFrame>
        </mc:Choice>
        <mc:Fallback>
          <p:pic>
            <p:nvPicPr>
              <p:cNvPr id="2" name="Vista general de diapositiva 1">
                <a:hlinkClick r:id="rId16" action="ppaction://hlinksldjump"/>
                <a:extLst>
                  <a:ext uri="{FF2B5EF4-FFF2-40B4-BE49-F238E27FC236}">
                    <a16:creationId xmlns:a16="http://schemas.microsoft.com/office/drawing/2014/main" id="{1927BB46-3BAC-F6B5-A19D-331D08375B55}"/>
                  </a:ext>
                </a:extLst>
              </p:cNvPr>
              <p:cNvPicPr>
                <a:picLocks noGrp="1" noRot="1" noChangeAspect="1" noMove="1" noResize="1" noEditPoints="1" noAdjustHandles="1" noChangeArrowheads="1" noChangeShapeType="1"/>
              </p:cNvPicPr>
              <p:nvPr/>
            </p:nvPicPr>
            <p:blipFill>
              <a:blip r:embed="rId15"/>
              <a:stretch>
                <a:fillRect/>
              </a:stretch>
            </p:blipFill>
            <p:spPr>
              <a:xfrm>
                <a:off x="-5990400" y="1331931"/>
                <a:ext cx="7210447" cy="3985199"/>
              </a:xfrm>
              <a:prstGeom prst="rect">
                <a:avLst/>
              </a:prstGeom>
              <a:ln w="3175">
                <a:solidFill>
                  <a:prstClr val="ltGray"/>
                </a:solidFill>
              </a:ln>
            </p:spPr>
          </p:pic>
        </mc:Fallback>
      </mc:AlternateContent>
      <p:sp>
        <p:nvSpPr>
          <p:cNvPr id="3" name="Elipse 2">
            <a:extLst>
              <a:ext uri="{FF2B5EF4-FFF2-40B4-BE49-F238E27FC236}">
                <a16:creationId xmlns:a16="http://schemas.microsoft.com/office/drawing/2014/main" id="{6795B21D-967A-406D-2BEC-C52DAE54F8B7}"/>
              </a:ext>
            </a:extLst>
          </p:cNvPr>
          <p:cNvSpPr/>
          <p:nvPr/>
        </p:nvSpPr>
        <p:spPr>
          <a:xfrm>
            <a:off x="10347536" y="30713"/>
            <a:ext cx="1706034" cy="1629664"/>
          </a:xfrm>
          <a:prstGeom prst="ellipse">
            <a:avLst/>
          </a:prstGeom>
          <a:gradFill>
            <a:gsLst>
              <a:gs pos="0">
                <a:schemeClr val="bg1"/>
              </a:gs>
              <a:gs pos="100000">
                <a:schemeClr val="accent5">
                  <a:lumMod val="95000"/>
                  <a:lumOff val="5000"/>
                </a:schemeClr>
              </a:gs>
            </a:gsLst>
            <a:path path="circle">
              <a:fillToRect l="50000" t="130000" r="50000" b="-30000"/>
            </a:path>
          </a:gradFill>
          <a:effectLst>
            <a:softEdge rad="4953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Tree>
    <p:extLst>
      <p:ext uri="{BB962C8B-B14F-4D97-AF65-F5344CB8AC3E}">
        <p14:creationId xmlns:p14="http://schemas.microsoft.com/office/powerpoint/2010/main" val="409222177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40000"/>
                <a:lumOff val="60000"/>
              </a:schemeClr>
            </a:gs>
            <a:gs pos="46000">
              <a:schemeClr val="accent5">
                <a:lumMod val="95000"/>
                <a:lumOff val="5000"/>
              </a:schemeClr>
            </a:gs>
            <a:gs pos="100000">
              <a:schemeClr val="tx1"/>
            </a:gs>
          </a:gsLst>
          <a:path path="circle">
            <a:fillToRect l="50000" t="130000" r="50000" b="-30000"/>
          </a:path>
          <a:tileRect/>
        </a:gradFill>
        <a:effectLst/>
      </p:bgPr>
    </p:bg>
    <p:spTree>
      <p:nvGrpSpPr>
        <p:cNvPr id="1" name="">
          <a:extLst>
            <a:ext uri="{FF2B5EF4-FFF2-40B4-BE49-F238E27FC236}">
              <a16:creationId xmlns:a16="http://schemas.microsoft.com/office/drawing/2014/main" id="{5220360F-2C9A-8D8B-F7B3-6AC35B6A9448}"/>
            </a:ext>
          </a:extLst>
        </p:cNvPr>
        <p:cNvGrpSpPr/>
        <p:nvPr/>
      </p:nvGrpSpPr>
      <p:grpSpPr>
        <a:xfrm>
          <a:off x="0" y="0"/>
          <a:ext cx="0" cy="0"/>
          <a:chOff x="0" y="0"/>
          <a:chExt cx="0" cy="0"/>
        </a:xfrm>
      </p:grpSpPr>
      <p:sp>
        <p:nvSpPr>
          <p:cNvPr id="10" name="Rectángulo 9">
            <a:extLst>
              <a:ext uri="{FF2B5EF4-FFF2-40B4-BE49-F238E27FC236}">
                <a16:creationId xmlns:a16="http://schemas.microsoft.com/office/drawing/2014/main" id="{F4B372D8-9D08-F5F5-CB78-931E999E2527}"/>
              </a:ext>
            </a:extLst>
          </p:cNvPr>
          <p:cNvSpPr/>
          <p:nvPr/>
        </p:nvSpPr>
        <p:spPr>
          <a:xfrm>
            <a:off x="2532888" y="1005840"/>
            <a:ext cx="7278624" cy="3922776"/>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1" name="CuadroTexto 10">
            <a:extLst>
              <a:ext uri="{FF2B5EF4-FFF2-40B4-BE49-F238E27FC236}">
                <a16:creationId xmlns:a16="http://schemas.microsoft.com/office/drawing/2014/main" id="{B22667EF-3424-5873-6D42-55EDB921E9EF}"/>
              </a:ext>
            </a:extLst>
          </p:cNvPr>
          <p:cNvSpPr txBox="1"/>
          <p:nvPr/>
        </p:nvSpPr>
        <p:spPr>
          <a:xfrm>
            <a:off x="213360" y="0"/>
            <a:ext cx="12100560" cy="830997"/>
          </a:xfrm>
          <a:prstGeom prst="rect">
            <a:avLst/>
          </a:prstGeom>
          <a:gradFill>
            <a:gsLst>
              <a:gs pos="0">
                <a:schemeClr val="accent5">
                  <a:lumMod val="40000"/>
                  <a:lumOff val="60000"/>
                </a:schemeClr>
              </a:gs>
              <a:gs pos="46000">
                <a:schemeClr val="accent5">
                  <a:lumMod val="95000"/>
                  <a:lumOff val="5000"/>
                </a:schemeClr>
              </a:gs>
              <a:gs pos="100000">
                <a:schemeClr val="tx1"/>
              </a:gs>
            </a:gsLst>
            <a:path path="circle">
              <a:fillToRect l="50000" t="130000" r="50000" b="-30000"/>
            </a:path>
          </a:gradFill>
        </p:spPr>
        <p:txBody>
          <a:bodyPr wrap="square" rtlCol="0">
            <a:spAutoFit/>
          </a:bodyPr>
          <a:lstStyle/>
          <a:p>
            <a:pPr algn="ctr"/>
            <a:r>
              <a:rPr lang="es-CO" sz="4800" dirty="0">
                <a:latin typeface="Arial Black" panose="020B0A04020102020204" pitchFamily="34" charset="0"/>
              </a:rPr>
              <a:t>INGENIERIA DE SOFTWARE</a:t>
            </a:r>
          </a:p>
        </p:txBody>
      </p:sp>
      <p:pic>
        <p:nvPicPr>
          <p:cNvPr id="9" name="Imagen 8">
            <a:extLst>
              <a:ext uri="{FF2B5EF4-FFF2-40B4-BE49-F238E27FC236}">
                <a16:creationId xmlns:a16="http://schemas.microsoft.com/office/drawing/2014/main" id="{8DF020C7-1C84-CE19-A597-069C67ABA2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2447" y="-1035702"/>
            <a:ext cx="9599506" cy="9112284"/>
          </a:xfrm>
          <a:prstGeom prst="rect">
            <a:avLst/>
          </a:prstGeom>
          <a:effectLst>
            <a:outerShdw blurRad="88900" dist="38100" dir="2700000" algn="tl" rotWithShape="0">
              <a:schemeClr val="bg1">
                <a:alpha val="40000"/>
              </a:schemeClr>
            </a:outerShdw>
          </a:effectLst>
        </p:spPr>
      </p:pic>
      <p:sp>
        <p:nvSpPr>
          <p:cNvPr id="12" name="Elipse 11">
            <a:extLst>
              <a:ext uri="{FF2B5EF4-FFF2-40B4-BE49-F238E27FC236}">
                <a16:creationId xmlns:a16="http://schemas.microsoft.com/office/drawing/2014/main" id="{DB0BC350-FE93-E2BA-23CB-4FC250D7FEC3}"/>
              </a:ext>
            </a:extLst>
          </p:cNvPr>
          <p:cNvSpPr/>
          <p:nvPr/>
        </p:nvSpPr>
        <p:spPr>
          <a:xfrm>
            <a:off x="519430" y="-500934"/>
            <a:ext cx="1706034" cy="1629664"/>
          </a:xfrm>
          <a:prstGeom prst="ellipse">
            <a:avLst/>
          </a:prstGeom>
          <a:gradFill>
            <a:gsLst>
              <a:gs pos="0">
                <a:schemeClr val="bg1"/>
              </a:gs>
              <a:gs pos="100000">
                <a:schemeClr val="accent5">
                  <a:lumMod val="95000"/>
                  <a:lumOff val="5000"/>
                </a:schemeClr>
              </a:gs>
            </a:gsLst>
            <a:path path="circle">
              <a:fillToRect l="50000" t="130000" r="50000" b="-30000"/>
            </a:path>
          </a:gradFill>
          <a:effectLst>
            <a:softEdge rad="4953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3" name="Elipse 12">
            <a:extLst>
              <a:ext uri="{FF2B5EF4-FFF2-40B4-BE49-F238E27FC236}">
                <a16:creationId xmlns:a16="http://schemas.microsoft.com/office/drawing/2014/main" id="{A6DC7B70-F53D-409E-27BF-3847D56AC0E1}"/>
              </a:ext>
            </a:extLst>
          </p:cNvPr>
          <p:cNvSpPr/>
          <p:nvPr/>
        </p:nvSpPr>
        <p:spPr>
          <a:xfrm>
            <a:off x="671830" y="-348534"/>
            <a:ext cx="1706034" cy="1629664"/>
          </a:xfrm>
          <a:prstGeom prst="ellipse">
            <a:avLst/>
          </a:prstGeom>
          <a:gradFill>
            <a:gsLst>
              <a:gs pos="0">
                <a:schemeClr val="bg1"/>
              </a:gs>
              <a:gs pos="100000">
                <a:schemeClr val="accent5">
                  <a:lumMod val="95000"/>
                  <a:lumOff val="5000"/>
                </a:schemeClr>
              </a:gs>
            </a:gsLst>
            <a:path path="circle">
              <a:fillToRect l="50000" t="130000" r="50000" b="-30000"/>
            </a:path>
          </a:gradFill>
          <a:effectLst>
            <a:softEdge rad="4953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mc:AlternateContent xmlns:mc="http://schemas.openxmlformats.org/markup-compatibility/2006">
        <mc:Choice xmlns:pslz="http://schemas.microsoft.com/office/powerpoint/2016/slidezoom" Requires="pslz">
          <p:graphicFrame>
            <p:nvGraphicFramePr>
              <p:cNvPr id="3" name="Vista general de diapositiva 2">
                <a:extLst>
                  <a:ext uri="{FF2B5EF4-FFF2-40B4-BE49-F238E27FC236}">
                    <a16:creationId xmlns:a16="http://schemas.microsoft.com/office/drawing/2014/main" id="{172D6BCD-BE67-CE3A-E89A-5363CEB94391}"/>
                  </a:ext>
                </a:extLst>
              </p:cNvPr>
              <p:cNvGraphicFramePr>
                <a:graphicFrameLocks noChangeAspect="1"/>
              </p:cNvGraphicFramePr>
              <p:nvPr>
                <p:extLst>
                  <p:ext uri="{D42A27DB-BD31-4B8C-83A1-F6EECF244321}">
                    <p14:modId xmlns:p14="http://schemas.microsoft.com/office/powerpoint/2010/main" val="2764749748"/>
                  </p:ext>
                </p:extLst>
              </p:nvPr>
            </p:nvGraphicFramePr>
            <p:xfrm>
              <a:off x="2532888" y="981484"/>
              <a:ext cx="7210447" cy="3985199"/>
            </p:xfrm>
            <a:graphic>
              <a:graphicData uri="http://schemas.microsoft.com/office/powerpoint/2016/slidezoom">
                <pslz:sldZm>
                  <pslz:sldZmObj sldId="263" cId="1853309051">
                    <pslz:zmPr id="{3D69B49B-25D4-4F5A-AB3E-C400CE78D672}" transitionDur="1000">
                      <p166:blipFill xmlns:p166="http://schemas.microsoft.com/office/powerpoint/2016/6/main">
                        <a:blip r:embed="rId3"/>
                        <a:stretch>
                          <a:fillRect/>
                        </a:stretch>
                      </p166:blipFill>
                      <p166:spPr xmlns:p166="http://schemas.microsoft.com/office/powerpoint/2016/6/main">
                        <a:xfrm>
                          <a:off x="0" y="0"/>
                          <a:ext cx="7210447" cy="3985199"/>
                        </a:xfrm>
                        <a:prstGeom prst="rect">
                          <a:avLst/>
                        </a:prstGeom>
                        <a:ln w="3175">
                          <a:solidFill>
                            <a:prstClr val="ltGray"/>
                          </a:solidFill>
                        </a:ln>
                      </p166:spPr>
                    </pslz:zmPr>
                  </pslz:sldZmObj>
                </pslz:sldZm>
              </a:graphicData>
            </a:graphic>
          </p:graphicFrame>
        </mc:Choice>
        <mc:Fallback>
          <p:pic>
            <p:nvPicPr>
              <p:cNvPr id="3" name="Vista general de diapositiva 2">
                <a:hlinkClick r:id="rId4" action="ppaction://hlinksldjump"/>
                <a:extLst>
                  <a:ext uri="{FF2B5EF4-FFF2-40B4-BE49-F238E27FC236}">
                    <a16:creationId xmlns:a16="http://schemas.microsoft.com/office/drawing/2014/main" id="{172D6BCD-BE67-CE3A-E89A-5363CEB94391}"/>
                  </a:ext>
                </a:extLst>
              </p:cNvPr>
              <p:cNvPicPr>
                <a:picLocks noGrp="1" noRot="1" noChangeAspect="1" noMove="1" noResize="1" noEditPoints="1" noAdjustHandles="1" noChangeArrowheads="1" noChangeShapeType="1"/>
              </p:cNvPicPr>
              <p:nvPr/>
            </p:nvPicPr>
            <p:blipFill>
              <a:blip r:embed="rId3"/>
              <a:stretch>
                <a:fillRect/>
              </a:stretch>
            </p:blipFill>
            <p:spPr>
              <a:xfrm>
                <a:off x="2532888" y="981484"/>
                <a:ext cx="7210447" cy="3985199"/>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23" name="Vista general de diapositiva 22">
                <a:extLst>
                  <a:ext uri="{FF2B5EF4-FFF2-40B4-BE49-F238E27FC236}">
                    <a16:creationId xmlns:a16="http://schemas.microsoft.com/office/drawing/2014/main" id="{0A03FE6C-59BC-E625-80AE-B6DF343E4F78}"/>
                  </a:ext>
                </a:extLst>
              </p:cNvPr>
              <p:cNvGraphicFramePr>
                <a:graphicFrameLocks noChangeAspect="1"/>
              </p:cNvGraphicFramePr>
              <p:nvPr>
                <p:extLst>
                  <p:ext uri="{D42A27DB-BD31-4B8C-83A1-F6EECF244321}">
                    <p14:modId xmlns:p14="http://schemas.microsoft.com/office/powerpoint/2010/main" val="1911906710"/>
                  </p:ext>
                </p:extLst>
              </p:nvPr>
            </p:nvGraphicFramePr>
            <p:xfrm>
              <a:off x="19773514" y="1062693"/>
              <a:ext cx="7084290" cy="3826878"/>
            </p:xfrm>
            <a:graphic>
              <a:graphicData uri="http://schemas.microsoft.com/office/powerpoint/2016/slidezoom">
                <pslz:sldZm>
                  <pslz:sldZmObj sldId="261" cId="1830263750">
                    <pslz:zmPr id="{6ABD74FE-FA56-4D23-BBE7-29DEFCE47603}" transitionDur="1000">
                      <p166:blipFill xmlns:p166="http://schemas.microsoft.com/office/powerpoint/2016/6/main">
                        <a:blip r:embed="rId5"/>
                        <a:stretch>
                          <a:fillRect/>
                        </a:stretch>
                      </p166:blipFill>
                      <p166:spPr xmlns:p166="http://schemas.microsoft.com/office/powerpoint/2016/6/main">
                        <a:xfrm>
                          <a:off x="0" y="0"/>
                          <a:ext cx="7084290" cy="3826878"/>
                        </a:xfrm>
                        <a:prstGeom prst="rect">
                          <a:avLst/>
                        </a:prstGeom>
                        <a:ln w="3175">
                          <a:noFill/>
                        </a:ln>
                      </p166:spPr>
                    </pslz:zmPr>
                  </pslz:sldZmObj>
                </pslz:sldZm>
              </a:graphicData>
            </a:graphic>
          </p:graphicFrame>
        </mc:Choice>
        <mc:Fallback>
          <p:pic>
            <p:nvPicPr>
              <p:cNvPr id="23" name="Vista general de diapositiva 22">
                <a:hlinkClick r:id="rId6" action="ppaction://hlinksldjump"/>
                <a:extLst>
                  <a:ext uri="{FF2B5EF4-FFF2-40B4-BE49-F238E27FC236}">
                    <a16:creationId xmlns:a16="http://schemas.microsoft.com/office/drawing/2014/main" id="{0A03FE6C-59BC-E625-80AE-B6DF343E4F78}"/>
                  </a:ext>
                </a:extLst>
              </p:cNvPr>
              <p:cNvPicPr>
                <a:picLocks noGrp="1" noRot="1" noChangeAspect="1" noMove="1" noResize="1" noEditPoints="1" noAdjustHandles="1" noChangeArrowheads="1" noChangeShapeType="1"/>
              </p:cNvPicPr>
              <p:nvPr/>
            </p:nvPicPr>
            <p:blipFill>
              <a:blip r:embed="rId5"/>
              <a:stretch>
                <a:fillRect/>
              </a:stretch>
            </p:blipFill>
            <p:spPr>
              <a:xfrm>
                <a:off x="19773514" y="1062693"/>
                <a:ext cx="7084290" cy="3826878"/>
              </a:xfrm>
              <a:prstGeom prst="rect">
                <a:avLst/>
              </a:prstGeom>
              <a:ln w="3175">
                <a:noFill/>
              </a:ln>
            </p:spPr>
          </p:pic>
        </mc:Fallback>
      </mc:AlternateContent>
      <mc:AlternateContent xmlns:mc="http://schemas.openxmlformats.org/markup-compatibility/2006">
        <mc:Choice xmlns:pslz="http://schemas.microsoft.com/office/powerpoint/2016/slidezoom" Requires="pslz">
          <p:graphicFrame>
            <p:nvGraphicFramePr>
              <p:cNvPr id="25" name="Vista general de diapositiva 24">
                <a:extLst>
                  <a:ext uri="{FF2B5EF4-FFF2-40B4-BE49-F238E27FC236}">
                    <a16:creationId xmlns:a16="http://schemas.microsoft.com/office/drawing/2014/main" id="{4C53DCDF-8B54-968E-05EA-6F6836D3D79C}"/>
                  </a:ext>
                </a:extLst>
              </p:cNvPr>
              <p:cNvGraphicFramePr>
                <a:graphicFrameLocks noChangeAspect="1"/>
              </p:cNvGraphicFramePr>
              <p:nvPr>
                <p:extLst>
                  <p:ext uri="{D42A27DB-BD31-4B8C-83A1-F6EECF244321}">
                    <p14:modId xmlns:p14="http://schemas.microsoft.com/office/powerpoint/2010/main" val="1860113944"/>
                  </p:ext>
                </p:extLst>
              </p:nvPr>
            </p:nvGraphicFramePr>
            <p:xfrm>
              <a:off x="11520170" y="1167228"/>
              <a:ext cx="7128848" cy="3600000"/>
            </p:xfrm>
            <a:graphic>
              <a:graphicData uri="http://schemas.microsoft.com/office/powerpoint/2016/slidezoom">
                <pslz:sldZm>
                  <pslz:sldZmObj sldId="262" cId="1631579452">
                    <pslz:zmPr id="{50F900E6-6132-4920-84DB-1CD721E6AC69}" transitionDur="1000">
                      <p166:blipFill xmlns:p166="http://schemas.microsoft.com/office/powerpoint/2016/6/main">
                        <a:blip r:embed="rId7"/>
                        <a:stretch>
                          <a:fillRect/>
                        </a:stretch>
                      </p166:blipFill>
                      <p166:spPr xmlns:p166="http://schemas.microsoft.com/office/powerpoint/2016/6/main">
                        <a:xfrm>
                          <a:off x="0" y="0"/>
                          <a:ext cx="7128848" cy="3600000"/>
                        </a:xfrm>
                        <a:prstGeom prst="rect">
                          <a:avLst/>
                        </a:prstGeom>
                        <a:ln w="3175">
                          <a:noFill/>
                        </a:ln>
                      </p166:spPr>
                    </pslz:zmPr>
                  </pslz:sldZmObj>
                </pslz:sldZm>
              </a:graphicData>
            </a:graphic>
          </p:graphicFrame>
        </mc:Choice>
        <mc:Fallback>
          <p:pic>
            <p:nvPicPr>
              <p:cNvPr id="25" name="Vista general de diapositiva 24">
                <a:hlinkClick r:id="rId8" action="ppaction://hlinksldjump"/>
                <a:extLst>
                  <a:ext uri="{FF2B5EF4-FFF2-40B4-BE49-F238E27FC236}">
                    <a16:creationId xmlns:a16="http://schemas.microsoft.com/office/drawing/2014/main" id="{4C53DCDF-8B54-968E-05EA-6F6836D3D79C}"/>
                  </a:ext>
                </a:extLst>
              </p:cNvPr>
              <p:cNvPicPr>
                <a:picLocks noGrp="1" noRot="1" noChangeAspect="1" noMove="1" noResize="1" noEditPoints="1" noAdjustHandles="1" noChangeArrowheads="1" noChangeShapeType="1"/>
              </p:cNvPicPr>
              <p:nvPr/>
            </p:nvPicPr>
            <p:blipFill>
              <a:blip r:embed="rId7"/>
              <a:stretch>
                <a:fillRect/>
              </a:stretch>
            </p:blipFill>
            <p:spPr>
              <a:xfrm>
                <a:off x="11520170" y="1167228"/>
                <a:ext cx="7128848" cy="3600000"/>
              </a:xfrm>
              <a:prstGeom prst="rect">
                <a:avLst/>
              </a:prstGeom>
              <a:ln w="3175">
                <a:noFill/>
              </a:ln>
            </p:spPr>
          </p:pic>
        </mc:Fallback>
      </mc:AlternateContent>
      <mc:AlternateContent xmlns:mc="http://schemas.openxmlformats.org/markup-compatibility/2006">
        <mc:Choice xmlns:pslz="http://schemas.microsoft.com/office/powerpoint/2016/slidezoom" Requires="pslz">
          <p:graphicFrame>
            <p:nvGraphicFramePr>
              <p:cNvPr id="5" name="Vista general de diapositiva 4">
                <a:extLst>
                  <a:ext uri="{FF2B5EF4-FFF2-40B4-BE49-F238E27FC236}">
                    <a16:creationId xmlns:a16="http://schemas.microsoft.com/office/drawing/2014/main" id="{702F9338-DFF5-7817-2070-0DF5EB3292FE}"/>
                  </a:ext>
                </a:extLst>
              </p:cNvPr>
              <p:cNvGraphicFramePr>
                <a:graphicFrameLocks noChangeAspect="1"/>
              </p:cNvGraphicFramePr>
              <p:nvPr>
                <p:extLst>
                  <p:ext uri="{D42A27DB-BD31-4B8C-83A1-F6EECF244321}">
                    <p14:modId xmlns:p14="http://schemas.microsoft.com/office/powerpoint/2010/main" val="86754369"/>
                  </p:ext>
                </p:extLst>
              </p:nvPr>
            </p:nvGraphicFramePr>
            <p:xfrm>
              <a:off x="-5301160" y="1630841"/>
              <a:ext cx="6835200" cy="3844800"/>
            </p:xfrm>
            <a:graphic>
              <a:graphicData uri="http://schemas.microsoft.com/office/powerpoint/2016/slidezoom">
                <pslz:sldZm>
                  <pslz:sldZmObj sldId="264" cId="1206705849">
                    <pslz:zmPr id="{F5C2E68D-B240-43B0-8C41-907D0C005983}" returnToParent="0" transitionDur="1000">
                      <p166:blipFill xmlns:p166="http://schemas.microsoft.com/office/powerpoint/2016/6/main">
                        <a:blip r:embed="rId9"/>
                        <a:stretch>
                          <a:fillRect/>
                        </a:stretch>
                      </p166:blipFill>
                      <p166:spPr xmlns:p166="http://schemas.microsoft.com/office/powerpoint/2016/6/main">
                        <a:xfrm>
                          <a:off x="0" y="0"/>
                          <a:ext cx="6835200" cy="3844800"/>
                        </a:xfrm>
                        <a:prstGeom prst="rect">
                          <a:avLst/>
                        </a:prstGeom>
                        <a:ln w="3175">
                          <a:solidFill>
                            <a:prstClr val="ltGray"/>
                          </a:solidFill>
                        </a:ln>
                      </p166:spPr>
                    </pslz:zmPr>
                  </pslz:sldZmObj>
                </pslz:sldZm>
              </a:graphicData>
            </a:graphic>
          </p:graphicFrame>
        </mc:Choice>
        <mc:Fallback>
          <p:pic>
            <p:nvPicPr>
              <p:cNvPr id="5" name="Vista general de diapositiva 4">
                <a:hlinkClick r:id="rId10" action="ppaction://hlinksldjump"/>
                <a:extLst>
                  <a:ext uri="{FF2B5EF4-FFF2-40B4-BE49-F238E27FC236}">
                    <a16:creationId xmlns:a16="http://schemas.microsoft.com/office/drawing/2014/main" id="{702F9338-DFF5-7817-2070-0DF5EB3292FE}"/>
                  </a:ext>
                </a:extLst>
              </p:cNvPr>
              <p:cNvPicPr>
                <a:picLocks noGrp="1" noRot="1" noChangeAspect="1" noMove="1" noResize="1" noEditPoints="1" noAdjustHandles="1" noChangeArrowheads="1" noChangeShapeType="1"/>
              </p:cNvPicPr>
              <p:nvPr/>
            </p:nvPicPr>
            <p:blipFill>
              <a:blip r:embed="rId9"/>
              <a:stretch>
                <a:fillRect/>
              </a:stretch>
            </p:blipFill>
            <p:spPr>
              <a:xfrm>
                <a:off x="-5301160" y="1630841"/>
                <a:ext cx="6835200" cy="38448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7" name="Vista general de diapositiva 6">
                <a:extLst>
                  <a:ext uri="{FF2B5EF4-FFF2-40B4-BE49-F238E27FC236}">
                    <a16:creationId xmlns:a16="http://schemas.microsoft.com/office/drawing/2014/main" id="{26A98622-8147-7DE4-33D4-A87C774B4053}"/>
                  </a:ext>
                </a:extLst>
              </p:cNvPr>
              <p:cNvGraphicFramePr>
                <a:graphicFrameLocks noChangeAspect="1"/>
              </p:cNvGraphicFramePr>
              <p:nvPr>
                <p:extLst>
                  <p:ext uri="{D42A27DB-BD31-4B8C-83A1-F6EECF244321}">
                    <p14:modId xmlns:p14="http://schemas.microsoft.com/office/powerpoint/2010/main" val="128176303"/>
                  </p:ext>
                </p:extLst>
              </p:nvPr>
            </p:nvGraphicFramePr>
            <p:xfrm>
              <a:off x="-9685720" y="1893403"/>
              <a:ext cx="6835200" cy="3844800"/>
            </p:xfrm>
            <a:graphic>
              <a:graphicData uri="http://schemas.microsoft.com/office/powerpoint/2016/slidezoom">
                <pslz:sldZm>
                  <pslz:sldZmObj sldId="265" cId="73077636">
                    <pslz:zmPr id="{8324F6C1-5CC3-4576-AFE0-E4F092E2C248}" transitionDur="1000">
                      <p166:blipFill xmlns:p166="http://schemas.microsoft.com/office/powerpoint/2016/6/main">
                        <a:blip r:embed="rId11"/>
                        <a:stretch>
                          <a:fillRect/>
                        </a:stretch>
                      </p166:blipFill>
                      <p166:spPr xmlns:p166="http://schemas.microsoft.com/office/powerpoint/2016/6/main">
                        <a:xfrm>
                          <a:off x="0" y="0"/>
                          <a:ext cx="6835200" cy="3844800"/>
                        </a:xfrm>
                        <a:prstGeom prst="rect">
                          <a:avLst/>
                        </a:prstGeom>
                        <a:ln w="3175">
                          <a:solidFill>
                            <a:prstClr val="ltGray"/>
                          </a:solidFill>
                        </a:ln>
                      </p166:spPr>
                    </pslz:zmPr>
                  </pslz:sldZmObj>
                </pslz:sldZm>
              </a:graphicData>
            </a:graphic>
          </p:graphicFrame>
        </mc:Choice>
        <mc:Fallback>
          <p:pic>
            <p:nvPicPr>
              <p:cNvPr id="7" name="Vista general de diapositiva 6">
                <a:hlinkClick r:id="rId12" action="ppaction://hlinksldjump"/>
                <a:extLst>
                  <a:ext uri="{FF2B5EF4-FFF2-40B4-BE49-F238E27FC236}">
                    <a16:creationId xmlns:a16="http://schemas.microsoft.com/office/drawing/2014/main" id="{26A98622-8147-7DE4-33D4-A87C774B4053}"/>
                  </a:ext>
                </a:extLst>
              </p:cNvPr>
              <p:cNvPicPr>
                <a:picLocks noGrp="1" noRot="1" noChangeAspect="1" noMove="1" noResize="1" noEditPoints="1" noAdjustHandles="1" noChangeArrowheads="1" noChangeShapeType="1"/>
              </p:cNvPicPr>
              <p:nvPr/>
            </p:nvPicPr>
            <p:blipFill>
              <a:blip r:embed="rId11"/>
              <a:stretch>
                <a:fillRect/>
              </a:stretch>
            </p:blipFill>
            <p:spPr>
              <a:xfrm>
                <a:off x="-9685720" y="1893403"/>
                <a:ext cx="6835200" cy="38448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14" name="Vista general de diapositiva 13">
                <a:extLst>
                  <a:ext uri="{FF2B5EF4-FFF2-40B4-BE49-F238E27FC236}">
                    <a16:creationId xmlns:a16="http://schemas.microsoft.com/office/drawing/2014/main" id="{29435CB3-3771-B90C-F015-614A6FC959BB}"/>
                  </a:ext>
                </a:extLst>
              </p:cNvPr>
              <p:cNvGraphicFramePr>
                <a:graphicFrameLocks noChangeAspect="1"/>
              </p:cNvGraphicFramePr>
              <p:nvPr>
                <p:extLst>
                  <p:ext uri="{D42A27DB-BD31-4B8C-83A1-F6EECF244321}">
                    <p14:modId xmlns:p14="http://schemas.microsoft.com/office/powerpoint/2010/main" val="3257273704"/>
                  </p:ext>
                </p:extLst>
              </p:nvPr>
            </p:nvGraphicFramePr>
            <p:xfrm>
              <a:off x="-15072143" y="1893403"/>
              <a:ext cx="6835200" cy="3844800"/>
            </p:xfrm>
            <a:graphic>
              <a:graphicData uri="http://schemas.microsoft.com/office/powerpoint/2016/slidezoom">
                <pslz:sldZm>
                  <pslz:sldZmObj sldId="266" cId="376645527">
                    <pslz:zmPr id="{33C655B4-6B9B-4C63-95D1-276C1C5392A4}" transitionDur="1000">
                      <p166:blipFill xmlns:p166="http://schemas.microsoft.com/office/powerpoint/2016/6/main">
                        <a:blip r:embed="rId13"/>
                        <a:stretch>
                          <a:fillRect/>
                        </a:stretch>
                      </p166:blipFill>
                      <p166:spPr xmlns:p166="http://schemas.microsoft.com/office/powerpoint/2016/6/main">
                        <a:xfrm>
                          <a:off x="0" y="0"/>
                          <a:ext cx="6835200" cy="3844800"/>
                        </a:xfrm>
                        <a:prstGeom prst="rect">
                          <a:avLst/>
                        </a:prstGeom>
                        <a:ln w="3175">
                          <a:solidFill>
                            <a:prstClr val="ltGray"/>
                          </a:solidFill>
                        </a:ln>
                      </p166:spPr>
                    </pslz:zmPr>
                  </pslz:sldZmObj>
                </pslz:sldZm>
              </a:graphicData>
            </a:graphic>
          </p:graphicFrame>
        </mc:Choice>
        <mc:Fallback>
          <p:pic>
            <p:nvPicPr>
              <p:cNvPr id="14" name="Vista general de diapositiva 13">
                <a:hlinkClick r:id="rId14" action="ppaction://hlinksldjump"/>
                <a:extLst>
                  <a:ext uri="{FF2B5EF4-FFF2-40B4-BE49-F238E27FC236}">
                    <a16:creationId xmlns:a16="http://schemas.microsoft.com/office/drawing/2014/main" id="{29435CB3-3771-B90C-F015-614A6FC959BB}"/>
                  </a:ext>
                </a:extLst>
              </p:cNvPr>
              <p:cNvPicPr>
                <a:picLocks noGrp="1" noRot="1" noChangeAspect="1" noMove="1" noResize="1" noEditPoints="1" noAdjustHandles="1" noChangeArrowheads="1" noChangeShapeType="1"/>
              </p:cNvPicPr>
              <p:nvPr/>
            </p:nvPicPr>
            <p:blipFill>
              <a:blip r:embed="rId13"/>
              <a:stretch>
                <a:fillRect/>
              </a:stretch>
            </p:blipFill>
            <p:spPr>
              <a:xfrm>
                <a:off x="-15072143" y="1893403"/>
                <a:ext cx="6835200" cy="38448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18" name="Vista general de diapositiva 17">
                <a:extLst>
                  <a:ext uri="{FF2B5EF4-FFF2-40B4-BE49-F238E27FC236}">
                    <a16:creationId xmlns:a16="http://schemas.microsoft.com/office/drawing/2014/main" id="{7357A0E1-9921-D509-8A75-E547056D9C00}"/>
                  </a:ext>
                </a:extLst>
              </p:cNvPr>
              <p:cNvGraphicFramePr>
                <a:graphicFrameLocks noChangeAspect="1"/>
              </p:cNvGraphicFramePr>
              <p:nvPr>
                <p:extLst>
                  <p:ext uri="{D42A27DB-BD31-4B8C-83A1-F6EECF244321}">
                    <p14:modId xmlns:p14="http://schemas.microsoft.com/office/powerpoint/2010/main" val="129491830"/>
                  </p:ext>
                </p:extLst>
              </p:nvPr>
            </p:nvGraphicFramePr>
            <p:xfrm>
              <a:off x="-20743888" y="1893403"/>
              <a:ext cx="6835200" cy="3844800"/>
            </p:xfrm>
            <a:graphic>
              <a:graphicData uri="http://schemas.microsoft.com/office/powerpoint/2016/slidezoom">
                <pslz:sldZm>
                  <pslz:sldZmObj sldId="267" cId="2619889004">
                    <pslz:zmPr id="{FBAA0186-2B38-47B9-B08F-E9D9BFCCECD6}" transitionDur="1000">
                      <p166:blipFill xmlns:p166="http://schemas.microsoft.com/office/powerpoint/2016/6/main">
                        <a:blip r:embed="rId15"/>
                        <a:stretch>
                          <a:fillRect/>
                        </a:stretch>
                      </p166:blipFill>
                      <p166:spPr xmlns:p166="http://schemas.microsoft.com/office/powerpoint/2016/6/main">
                        <a:xfrm>
                          <a:off x="0" y="0"/>
                          <a:ext cx="6835200" cy="3844800"/>
                        </a:xfrm>
                        <a:prstGeom prst="rect">
                          <a:avLst/>
                        </a:prstGeom>
                        <a:ln w="3175">
                          <a:solidFill>
                            <a:prstClr val="ltGray"/>
                          </a:solidFill>
                        </a:ln>
                      </p166:spPr>
                    </pslz:zmPr>
                  </pslz:sldZmObj>
                </pslz:sldZm>
              </a:graphicData>
            </a:graphic>
          </p:graphicFrame>
        </mc:Choice>
        <mc:Fallback>
          <p:pic>
            <p:nvPicPr>
              <p:cNvPr id="18" name="Vista general de diapositiva 17">
                <a:hlinkClick r:id="rId16" action="ppaction://hlinksldjump"/>
                <a:extLst>
                  <a:ext uri="{FF2B5EF4-FFF2-40B4-BE49-F238E27FC236}">
                    <a16:creationId xmlns:a16="http://schemas.microsoft.com/office/drawing/2014/main" id="{7357A0E1-9921-D509-8A75-E547056D9C00}"/>
                  </a:ext>
                </a:extLst>
              </p:cNvPr>
              <p:cNvPicPr>
                <a:picLocks noGrp="1" noRot="1" noChangeAspect="1" noMove="1" noResize="1" noEditPoints="1" noAdjustHandles="1" noChangeArrowheads="1" noChangeShapeType="1"/>
              </p:cNvPicPr>
              <p:nvPr/>
            </p:nvPicPr>
            <p:blipFill>
              <a:blip r:embed="rId15"/>
              <a:stretch>
                <a:fillRect/>
              </a:stretch>
            </p:blipFill>
            <p:spPr>
              <a:xfrm>
                <a:off x="-20743888" y="1893403"/>
                <a:ext cx="6835200" cy="38448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22" name="Vista general de diapositiva 21">
                <a:extLst>
                  <a:ext uri="{FF2B5EF4-FFF2-40B4-BE49-F238E27FC236}">
                    <a16:creationId xmlns:a16="http://schemas.microsoft.com/office/drawing/2014/main" id="{86591328-102D-3738-6561-D404BA238118}"/>
                  </a:ext>
                </a:extLst>
              </p:cNvPr>
              <p:cNvGraphicFramePr>
                <a:graphicFrameLocks noChangeAspect="1"/>
              </p:cNvGraphicFramePr>
              <p:nvPr>
                <p:extLst>
                  <p:ext uri="{D42A27DB-BD31-4B8C-83A1-F6EECF244321}">
                    <p14:modId xmlns:p14="http://schemas.microsoft.com/office/powerpoint/2010/main" val="124736139"/>
                  </p:ext>
                </p:extLst>
              </p:nvPr>
            </p:nvGraphicFramePr>
            <p:xfrm>
              <a:off x="-27244372" y="2092235"/>
              <a:ext cx="6835200" cy="3844800"/>
            </p:xfrm>
            <a:graphic>
              <a:graphicData uri="http://schemas.microsoft.com/office/powerpoint/2016/slidezoom">
                <pslz:sldZm>
                  <pslz:sldZmObj sldId="268" cId="3946122391">
                    <pslz:zmPr id="{54DA1DFE-1E73-4A07-97D2-9658D7E821C5}" transitionDur="1000">
                      <p166:blipFill xmlns:p166="http://schemas.microsoft.com/office/powerpoint/2016/6/main">
                        <a:blip r:embed="rId17"/>
                        <a:stretch>
                          <a:fillRect/>
                        </a:stretch>
                      </p166:blipFill>
                      <p166:spPr xmlns:p166="http://schemas.microsoft.com/office/powerpoint/2016/6/main">
                        <a:xfrm>
                          <a:off x="0" y="0"/>
                          <a:ext cx="6835200" cy="3844800"/>
                        </a:xfrm>
                        <a:prstGeom prst="rect">
                          <a:avLst/>
                        </a:prstGeom>
                        <a:ln w="3175">
                          <a:solidFill>
                            <a:prstClr val="ltGray"/>
                          </a:solidFill>
                        </a:ln>
                      </p166:spPr>
                    </pslz:zmPr>
                  </pslz:sldZmObj>
                </pslz:sldZm>
              </a:graphicData>
            </a:graphic>
          </p:graphicFrame>
        </mc:Choice>
        <mc:Fallback>
          <p:pic>
            <p:nvPicPr>
              <p:cNvPr id="22" name="Vista general de diapositiva 21">
                <a:hlinkClick r:id="rId18" action="ppaction://hlinksldjump"/>
                <a:extLst>
                  <a:ext uri="{FF2B5EF4-FFF2-40B4-BE49-F238E27FC236}">
                    <a16:creationId xmlns:a16="http://schemas.microsoft.com/office/drawing/2014/main" id="{86591328-102D-3738-6561-D404BA238118}"/>
                  </a:ext>
                </a:extLst>
              </p:cNvPr>
              <p:cNvPicPr>
                <a:picLocks noGrp="1" noRot="1" noChangeAspect="1" noMove="1" noResize="1" noEditPoints="1" noAdjustHandles="1" noChangeArrowheads="1" noChangeShapeType="1"/>
              </p:cNvPicPr>
              <p:nvPr/>
            </p:nvPicPr>
            <p:blipFill>
              <a:blip r:embed="rId17"/>
              <a:stretch>
                <a:fillRect/>
              </a:stretch>
            </p:blipFill>
            <p:spPr>
              <a:xfrm>
                <a:off x="-27244372" y="2092235"/>
                <a:ext cx="6835200" cy="38448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26" name="Vista general de diapositiva 25">
                <a:extLst>
                  <a:ext uri="{FF2B5EF4-FFF2-40B4-BE49-F238E27FC236}">
                    <a16:creationId xmlns:a16="http://schemas.microsoft.com/office/drawing/2014/main" id="{1F79163C-D85D-D8E9-2377-D119AE5CD71A}"/>
                  </a:ext>
                </a:extLst>
              </p:cNvPr>
              <p:cNvGraphicFramePr>
                <a:graphicFrameLocks noChangeAspect="1"/>
              </p:cNvGraphicFramePr>
              <p:nvPr>
                <p:extLst>
                  <p:ext uri="{D42A27DB-BD31-4B8C-83A1-F6EECF244321}">
                    <p14:modId xmlns:p14="http://schemas.microsoft.com/office/powerpoint/2010/main" val="934995649"/>
                  </p:ext>
                </p:extLst>
              </p:nvPr>
            </p:nvGraphicFramePr>
            <p:xfrm>
              <a:off x="-34115162" y="2092235"/>
              <a:ext cx="6835200" cy="3844800"/>
            </p:xfrm>
            <a:graphic>
              <a:graphicData uri="http://schemas.microsoft.com/office/powerpoint/2016/slidezoom">
                <pslz:sldZm>
                  <pslz:sldZmObj sldId="269" cId="1443209632">
                    <pslz:zmPr id="{016513C0-A436-4CFE-ABA1-DB78B6531D52}" transitionDur="1000">
                      <p166:blipFill xmlns:p166="http://schemas.microsoft.com/office/powerpoint/2016/6/main">
                        <a:blip r:embed="rId19"/>
                        <a:stretch>
                          <a:fillRect/>
                        </a:stretch>
                      </p166:blipFill>
                      <p166:spPr xmlns:p166="http://schemas.microsoft.com/office/powerpoint/2016/6/main">
                        <a:xfrm>
                          <a:off x="0" y="0"/>
                          <a:ext cx="6835200" cy="3844800"/>
                        </a:xfrm>
                        <a:prstGeom prst="rect">
                          <a:avLst/>
                        </a:prstGeom>
                        <a:ln w="3175">
                          <a:solidFill>
                            <a:prstClr val="ltGray"/>
                          </a:solidFill>
                        </a:ln>
                      </p166:spPr>
                    </pslz:zmPr>
                  </pslz:sldZmObj>
                </pslz:sldZm>
              </a:graphicData>
            </a:graphic>
          </p:graphicFrame>
        </mc:Choice>
        <mc:Fallback>
          <p:pic>
            <p:nvPicPr>
              <p:cNvPr id="26" name="Vista general de diapositiva 25">
                <a:hlinkClick r:id="rId20" action="ppaction://hlinksldjump"/>
                <a:extLst>
                  <a:ext uri="{FF2B5EF4-FFF2-40B4-BE49-F238E27FC236}">
                    <a16:creationId xmlns:a16="http://schemas.microsoft.com/office/drawing/2014/main" id="{1F79163C-D85D-D8E9-2377-D119AE5CD71A}"/>
                  </a:ext>
                </a:extLst>
              </p:cNvPr>
              <p:cNvPicPr>
                <a:picLocks noGrp="1" noRot="1" noChangeAspect="1" noMove="1" noResize="1" noEditPoints="1" noAdjustHandles="1" noChangeArrowheads="1" noChangeShapeType="1"/>
              </p:cNvPicPr>
              <p:nvPr/>
            </p:nvPicPr>
            <p:blipFill>
              <a:blip r:embed="rId19"/>
              <a:stretch>
                <a:fillRect/>
              </a:stretch>
            </p:blipFill>
            <p:spPr>
              <a:xfrm>
                <a:off x="-34115162" y="2092235"/>
                <a:ext cx="6835200" cy="3844800"/>
              </a:xfrm>
              <a:prstGeom prst="rect">
                <a:avLst/>
              </a:prstGeom>
              <a:ln w="3175">
                <a:solidFill>
                  <a:prstClr val="ltGray"/>
                </a:solidFill>
              </a:ln>
            </p:spPr>
          </p:pic>
        </mc:Fallback>
      </mc:AlternateContent>
      <p:sp>
        <p:nvSpPr>
          <p:cNvPr id="27" name="Elipse 26">
            <a:extLst>
              <a:ext uri="{FF2B5EF4-FFF2-40B4-BE49-F238E27FC236}">
                <a16:creationId xmlns:a16="http://schemas.microsoft.com/office/drawing/2014/main" id="{66005F85-3BA0-1F42-81F1-855BE58EF063}"/>
              </a:ext>
            </a:extLst>
          </p:cNvPr>
          <p:cNvSpPr/>
          <p:nvPr/>
        </p:nvSpPr>
        <p:spPr>
          <a:xfrm>
            <a:off x="10347536" y="30713"/>
            <a:ext cx="1706034" cy="1629664"/>
          </a:xfrm>
          <a:prstGeom prst="ellipse">
            <a:avLst/>
          </a:prstGeom>
          <a:gradFill>
            <a:gsLst>
              <a:gs pos="0">
                <a:schemeClr val="bg1"/>
              </a:gs>
              <a:gs pos="100000">
                <a:schemeClr val="accent5">
                  <a:lumMod val="95000"/>
                  <a:lumOff val="5000"/>
                </a:schemeClr>
              </a:gs>
            </a:gsLst>
            <a:path path="circle">
              <a:fillToRect l="50000" t="130000" r="50000" b="-30000"/>
            </a:path>
          </a:gradFill>
          <a:effectLst>
            <a:softEdge rad="4953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Tree>
    <p:extLst>
      <p:ext uri="{BB962C8B-B14F-4D97-AF65-F5344CB8AC3E}">
        <p14:creationId xmlns:p14="http://schemas.microsoft.com/office/powerpoint/2010/main" val="78778240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40000"/>
                <a:lumOff val="60000"/>
              </a:schemeClr>
            </a:gs>
            <a:gs pos="46000">
              <a:schemeClr val="accent5">
                <a:lumMod val="95000"/>
                <a:lumOff val="5000"/>
              </a:schemeClr>
            </a:gs>
            <a:gs pos="100000">
              <a:schemeClr val="tx1"/>
            </a:gs>
          </a:gsLst>
          <a:path path="circle">
            <a:fillToRect l="50000" t="130000" r="50000" b="-30000"/>
          </a:path>
          <a:tileRect/>
        </a:gradFill>
        <a:effectLst/>
      </p:bgPr>
    </p:bg>
    <p:spTree>
      <p:nvGrpSpPr>
        <p:cNvPr id="1" name="">
          <a:extLst>
            <a:ext uri="{FF2B5EF4-FFF2-40B4-BE49-F238E27FC236}">
              <a16:creationId xmlns:a16="http://schemas.microsoft.com/office/drawing/2014/main" id="{78D4C473-AFFC-126E-46BE-9BC30A617414}"/>
            </a:ext>
          </a:extLst>
        </p:cNvPr>
        <p:cNvGrpSpPr/>
        <p:nvPr/>
      </p:nvGrpSpPr>
      <p:grpSpPr>
        <a:xfrm>
          <a:off x="0" y="0"/>
          <a:ext cx="0" cy="0"/>
          <a:chOff x="0" y="0"/>
          <a:chExt cx="0" cy="0"/>
        </a:xfrm>
      </p:grpSpPr>
      <p:sp>
        <p:nvSpPr>
          <p:cNvPr id="10" name="Rectángulo 9">
            <a:extLst>
              <a:ext uri="{FF2B5EF4-FFF2-40B4-BE49-F238E27FC236}">
                <a16:creationId xmlns:a16="http://schemas.microsoft.com/office/drawing/2014/main" id="{05B0E007-A498-6156-2BEC-42A6898122AB}"/>
              </a:ext>
            </a:extLst>
          </p:cNvPr>
          <p:cNvSpPr/>
          <p:nvPr/>
        </p:nvSpPr>
        <p:spPr>
          <a:xfrm>
            <a:off x="2532888" y="1005840"/>
            <a:ext cx="7278624" cy="3922776"/>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1" name="CuadroTexto 10">
            <a:extLst>
              <a:ext uri="{FF2B5EF4-FFF2-40B4-BE49-F238E27FC236}">
                <a16:creationId xmlns:a16="http://schemas.microsoft.com/office/drawing/2014/main" id="{301E4ED4-B3BF-C894-2550-790CE13D6259}"/>
              </a:ext>
            </a:extLst>
          </p:cNvPr>
          <p:cNvSpPr txBox="1"/>
          <p:nvPr/>
        </p:nvSpPr>
        <p:spPr>
          <a:xfrm>
            <a:off x="213360" y="0"/>
            <a:ext cx="12100560" cy="830997"/>
          </a:xfrm>
          <a:prstGeom prst="rect">
            <a:avLst/>
          </a:prstGeom>
          <a:gradFill>
            <a:gsLst>
              <a:gs pos="0">
                <a:schemeClr val="accent5">
                  <a:lumMod val="40000"/>
                  <a:lumOff val="60000"/>
                </a:schemeClr>
              </a:gs>
              <a:gs pos="46000">
                <a:schemeClr val="accent5">
                  <a:lumMod val="95000"/>
                  <a:lumOff val="5000"/>
                </a:schemeClr>
              </a:gs>
              <a:gs pos="100000">
                <a:schemeClr val="tx1"/>
              </a:gs>
            </a:gsLst>
            <a:path path="circle">
              <a:fillToRect l="50000" t="130000" r="50000" b="-30000"/>
            </a:path>
          </a:gradFill>
        </p:spPr>
        <p:txBody>
          <a:bodyPr wrap="square" rtlCol="0">
            <a:spAutoFit/>
          </a:bodyPr>
          <a:lstStyle/>
          <a:p>
            <a:pPr algn="ctr"/>
            <a:r>
              <a:rPr lang="es-CO" sz="4800" dirty="0">
                <a:latin typeface="Arial Black" panose="020B0A04020102020204" pitchFamily="34" charset="0"/>
              </a:rPr>
              <a:t>INGENIERIA DE SOFTWARE</a:t>
            </a:r>
          </a:p>
        </p:txBody>
      </p:sp>
      <p:pic>
        <p:nvPicPr>
          <p:cNvPr id="9" name="Imagen 8">
            <a:extLst>
              <a:ext uri="{FF2B5EF4-FFF2-40B4-BE49-F238E27FC236}">
                <a16:creationId xmlns:a16="http://schemas.microsoft.com/office/drawing/2014/main" id="{4C94C304-8DE6-75AD-0A7F-DBC447A524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2447" y="-1035702"/>
            <a:ext cx="9599506" cy="9112284"/>
          </a:xfrm>
          <a:prstGeom prst="rect">
            <a:avLst/>
          </a:prstGeom>
          <a:effectLst>
            <a:outerShdw blurRad="88900" dist="38100" dir="2700000" algn="tl" rotWithShape="0">
              <a:schemeClr val="bg1">
                <a:alpha val="40000"/>
              </a:schemeClr>
            </a:outerShdw>
          </a:effectLst>
        </p:spPr>
      </p:pic>
      <p:sp>
        <p:nvSpPr>
          <p:cNvPr id="12" name="Elipse 11">
            <a:extLst>
              <a:ext uri="{FF2B5EF4-FFF2-40B4-BE49-F238E27FC236}">
                <a16:creationId xmlns:a16="http://schemas.microsoft.com/office/drawing/2014/main" id="{015DA713-3532-89F7-B96A-CC517F272A46}"/>
              </a:ext>
            </a:extLst>
          </p:cNvPr>
          <p:cNvSpPr/>
          <p:nvPr/>
        </p:nvSpPr>
        <p:spPr>
          <a:xfrm>
            <a:off x="519430" y="-500934"/>
            <a:ext cx="1706034" cy="1629664"/>
          </a:xfrm>
          <a:prstGeom prst="ellipse">
            <a:avLst/>
          </a:prstGeom>
          <a:gradFill>
            <a:gsLst>
              <a:gs pos="0">
                <a:schemeClr val="bg1"/>
              </a:gs>
              <a:gs pos="100000">
                <a:schemeClr val="accent5">
                  <a:lumMod val="95000"/>
                  <a:lumOff val="5000"/>
                </a:schemeClr>
              </a:gs>
            </a:gsLst>
            <a:path path="circle">
              <a:fillToRect l="50000" t="130000" r="50000" b="-30000"/>
            </a:path>
          </a:gradFill>
          <a:effectLst>
            <a:softEdge rad="4953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3" name="Elipse 12">
            <a:extLst>
              <a:ext uri="{FF2B5EF4-FFF2-40B4-BE49-F238E27FC236}">
                <a16:creationId xmlns:a16="http://schemas.microsoft.com/office/drawing/2014/main" id="{FB1C4FF3-8358-FFEC-ED80-696486D2CB4B}"/>
              </a:ext>
            </a:extLst>
          </p:cNvPr>
          <p:cNvSpPr/>
          <p:nvPr/>
        </p:nvSpPr>
        <p:spPr>
          <a:xfrm>
            <a:off x="671830" y="-348534"/>
            <a:ext cx="1706034" cy="1629664"/>
          </a:xfrm>
          <a:prstGeom prst="ellipse">
            <a:avLst/>
          </a:prstGeom>
          <a:gradFill>
            <a:gsLst>
              <a:gs pos="0">
                <a:schemeClr val="bg1"/>
              </a:gs>
              <a:gs pos="100000">
                <a:schemeClr val="accent5">
                  <a:lumMod val="95000"/>
                  <a:lumOff val="5000"/>
                </a:schemeClr>
              </a:gs>
            </a:gsLst>
            <a:path path="circle">
              <a:fillToRect l="50000" t="130000" r="50000" b="-30000"/>
            </a:path>
          </a:gradFill>
          <a:effectLst>
            <a:softEdge rad="4953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mc:AlternateContent xmlns:mc="http://schemas.openxmlformats.org/markup-compatibility/2006">
        <mc:Choice xmlns:pslz="http://schemas.microsoft.com/office/powerpoint/2016/slidezoom" Requires="pslz">
          <p:graphicFrame>
            <p:nvGraphicFramePr>
              <p:cNvPr id="23" name="Vista general de diapositiva 22">
                <a:extLst>
                  <a:ext uri="{FF2B5EF4-FFF2-40B4-BE49-F238E27FC236}">
                    <a16:creationId xmlns:a16="http://schemas.microsoft.com/office/drawing/2014/main" id="{4F51A286-5B50-0189-2A8D-F8909EAE4F6D}"/>
                  </a:ext>
                </a:extLst>
              </p:cNvPr>
              <p:cNvGraphicFramePr>
                <a:graphicFrameLocks noChangeAspect="1"/>
              </p:cNvGraphicFramePr>
              <p:nvPr>
                <p:extLst>
                  <p:ext uri="{D42A27DB-BD31-4B8C-83A1-F6EECF244321}">
                    <p14:modId xmlns:p14="http://schemas.microsoft.com/office/powerpoint/2010/main" val="3288795279"/>
                  </p:ext>
                </p:extLst>
              </p:nvPr>
            </p:nvGraphicFramePr>
            <p:xfrm>
              <a:off x="27454474" y="1062693"/>
              <a:ext cx="7084290" cy="3826878"/>
            </p:xfrm>
            <a:graphic>
              <a:graphicData uri="http://schemas.microsoft.com/office/powerpoint/2016/slidezoom">
                <pslz:sldZm>
                  <pslz:sldZmObj sldId="261" cId="1830263750">
                    <pslz:zmPr id="{6ABD74FE-FA56-4D23-BBE7-29DEFCE47603}" transitionDur="1000">
                      <p166:blipFill xmlns:p166="http://schemas.microsoft.com/office/powerpoint/2016/6/main">
                        <a:blip r:embed="rId3"/>
                        <a:stretch>
                          <a:fillRect/>
                        </a:stretch>
                      </p166:blipFill>
                      <p166:spPr xmlns:p166="http://schemas.microsoft.com/office/powerpoint/2016/6/main">
                        <a:xfrm>
                          <a:off x="0" y="0"/>
                          <a:ext cx="7084290" cy="3826878"/>
                        </a:xfrm>
                        <a:prstGeom prst="rect">
                          <a:avLst/>
                        </a:prstGeom>
                        <a:ln w="3175">
                          <a:noFill/>
                        </a:ln>
                      </p166:spPr>
                    </pslz:zmPr>
                  </pslz:sldZmObj>
                </pslz:sldZm>
              </a:graphicData>
            </a:graphic>
          </p:graphicFrame>
        </mc:Choice>
        <mc:Fallback>
          <p:pic>
            <p:nvPicPr>
              <p:cNvPr id="23" name="Vista general de diapositiva 22">
                <a:hlinkClick r:id="rId4" action="ppaction://hlinksldjump"/>
                <a:extLst>
                  <a:ext uri="{FF2B5EF4-FFF2-40B4-BE49-F238E27FC236}">
                    <a16:creationId xmlns:a16="http://schemas.microsoft.com/office/drawing/2014/main" id="{4F51A286-5B50-0189-2A8D-F8909EAE4F6D}"/>
                  </a:ext>
                </a:extLst>
              </p:cNvPr>
              <p:cNvPicPr>
                <a:picLocks noGrp="1" noRot="1" noChangeAspect="1" noMove="1" noResize="1" noEditPoints="1" noAdjustHandles="1" noChangeArrowheads="1" noChangeShapeType="1"/>
              </p:cNvPicPr>
              <p:nvPr/>
            </p:nvPicPr>
            <p:blipFill>
              <a:blip r:embed="rId3"/>
              <a:stretch>
                <a:fillRect/>
              </a:stretch>
            </p:blipFill>
            <p:spPr>
              <a:xfrm>
                <a:off x="27454474" y="1062693"/>
                <a:ext cx="7084290" cy="3826878"/>
              </a:xfrm>
              <a:prstGeom prst="rect">
                <a:avLst/>
              </a:prstGeom>
              <a:ln w="3175">
                <a:noFill/>
              </a:ln>
            </p:spPr>
          </p:pic>
        </mc:Fallback>
      </mc:AlternateContent>
      <mc:AlternateContent xmlns:mc="http://schemas.openxmlformats.org/markup-compatibility/2006">
        <mc:Choice xmlns:pslz="http://schemas.microsoft.com/office/powerpoint/2016/slidezoom" Requires="pslz">
          <p:graphicFrame>
            <p:nvGraphicFramePr>
              <p:cNvPr id="3" name="Vista general de diapositiva 2">
                <a:extLst>
                  <a:ext uri="{FF2B5EF4-FFF2-40B4-BE49-F238E27FC236}">
                    <a16:creationId xmlns:a16="http://schemas.microsoft.com/office/drawing/2014/main" id="{749ED3ED-C409-DBC4-085D-41A5777F1223}"/>
                  </a:ext>
                </a:extLst>
              </p:cNvPr>
              <p:cNvGraphicFramePr>
                <a:graphicFrameLocks noChangeAspect="1"/>
              </p:cNvGraphicFramePr>
              <p:nvPr>
                <p:extLst>
                  <p:ext uri="{D42A27DB-BD31-4B8C-83A1-F6EECF244321}">
                    <p14:modId xmlns:p14="http://schemas.microsoft.com/office/powerpoint/2010/main" val="360861510"/>
                  </p:ext>
                </p:extLst>
              </p:nvPr>
            </p:nvGraphicFramePr>
            <p:xfrm>
              <a:off x="11520170" y="1117845"/>
              <a:ext cx="7084800" cy="3985199"/>
            </p:xfrm>
            <a:graphic>
              <a:graphicData uri="http://schemas.microsoft.com/office/powerpoint/2016/slidezoom">
                <pslz:sldZm>
                  <pslz:sldZmObj sldId="263" cId="1853309051">
                    <pslz:zmPr id="{3D69B49B-25D4-4F5A-AB3E-C400CE78D672}" transitionDur="1000">
                      <p166:blipFill xmlns:p166="http://schemas.microsoft.com/office/powerpoint/2016/6/main">
                        <a:blip r:embed="rId5"/>
                        <a:stretch>
                          <a:fillRect/>
                        </a:stretch>
                      </p166:blipFill>
                      <p166:spPr xmlns:p166="http://schemas.microsoft.com/office/powerpoint/2016/6/main">
                        <a:xfrm>
                          <a:off x="0" y="0"/>
                          <a:ext cx="7084800" cy="3985199"/>
                        </a:xfrm>
                        <a:prstGeom prst="rect">
                          <a:avLst/>
                        </a:prstGeom>
                        <a:ln w="3175">
                          <a:solidFill>
                            <a:prstClr val="ltGray"/>
                          </a:solidFill>
                        </a:ln>
                      </p166:spPr>
                    </pslz:zmPr>
                  </pslz:sldZmObj>
                </pslz:sldZm>
              </a:graphicData>
            </a:graphic>
          </p:graphicFrame>
        </mc:Choice>
        <mc:Fallback>
          <p:pic>
            <p:nvPicPr>
              <p:cNvPr id="3" name="Vista general de diapositiva 2">
                <a:hlinkClick r:id="rId6" action="ppaction://hlinksldjump"/>
                <a:extLst>
                  <a:ext uri="{FF2B5EF4-FFF2-40B4-BE49-F238E27FC236}">
                    <a16:creationId xmlns:a16="http://schemas.microsoft.com/office/drawing/2014/main" id="{749ED3ED-C409-DBC4-085D-41A5777F1223}"/>
                  </a:ext>
                </a:extLst>
              </p:cNvPr>
              <p:cNvPicPr>
                <a:picLocks noGrp="1" noRot="1" noChangeAspect="1" noMove="1" noResize="1" noEditPoints="1" noAdjustHandles="1" noChangeArrowheads="1" noChangeShapeType="1"/>
              </p:cNvPicPr>
              <p:nvPr/>
            </p:nvPicPr>
            <p:blipFill>
              <a:blip r:embed="rId5"/>
              <a:stretch>
                <a:fillRect/>
              </a:stretch>
            </p:blipFill>
            <p:spPr>
              <a:xfrm>
                <a:off x="11520170" y="1117845"/>
                <a:ext cx="7084800" cy="3985199"/>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5" name="Vista general de diapositiva 4">
                <a:extLst>
                  <a:ext uri="{FF2B5EF4-FFF2-40B4-BE49-F238E27FC236}">
                    <a16:creationId xmlns:a16="http://schemas.microsoft.com/office/drawing/2014/main" id="{6903EF68-0B78-ED7C-8A7A-6DE456AF4521}"/>
                  </a:ext>
                </a:extLst>
              </p:cNvPr>
              <p:cNvGraphicFramePr>
                <a:graphicFrameLocks noChangeAspect="1"/>
              </p:cNvGraphicFramePr>
              <p:nvPr>
                <p:extLst>
                  <p:ext uri="{D42A27DB-BD31-4B8C-83A1-F6EECF244321}">
                    <p14:modId xmlns:p14="http://schemas.microsoft.com/office/powerpoint/2010/main" val="455934568"/>
                  </p:ext>
                </p:extLst>
              </p:nvPr>
            </p:nvGraphicFramePr>
            <p:xfrm>
              <a:off x="2530264" y="1083816"/>
              <a:ext cx="7210783" cy="3844800"/>
            </p:xfrm>
            <a:graphic>
              <a:graphicData uri="http://schemas.microsoft.com/office/powerpoint/2016/slidezoom">
                <pslz:sldZm>
                  <pslz:sldZmObj sldId="264" cId="1206705849">
                    <pslz:zmPr id="{F5C2E68D-B240-43B0-8C41-907D0C005983}" transitionDur="1000">
                      <p166:blipFill xmlns:p166="http://schemas.microsoft.com/office/powerpoint/2016/6/main">
                        <a:blip r:embed="rId7"/>
                        <a:stretch>
                          <a:fillRect/>
                        </a:stretch>
                      </p166:blipFill>
                      <p166:spPr xmlns:p166="http://schemas.microsoft.com/office/powerpoint/2016/6/main">
                        <a:xfrm>
                          <a:off x="0" y="0"/>
                          <a:ext cx="7210783" cy="3844800"/>
                        </a:xfrm>
                        <a:prstGeom prst="rect">
                          <a:avLst/>
                        </a:prstGeom>
                        <a:ln w="3175">
                          <a:solidFill>
                            <a:prstClr val="ltGray"/>
                          </a:solidFill>
                        </a:ln>
                      </p166:spPr>
                    </pslz:zmPr>
                  </pslz:sldZmObj>
                </pslz:sldZm>
              </a:graphicData>
            </a:graphic>
          </p:graphicFrame>
        </mc:Choice>
        <mc:Fallback>
          <p:pic>
            <p:nvPicPr>
              <p:cNvPr id="5" name="Vista general de diapositiva 4">
                <a:hlinkClick r:id="rId8" action="ppaction://hlinksldjump"/>
                <a:extLst>
                  <a:ext uri="{FF2B5EF4-FFF2-40B4-BE49-F238E27FC236}">
                    <a16:creationId xmlns:a16="http://schemas.microsoft.com/office/drawing/2014/main" id="{6903EF68-0B78-ED7C-8A7A-6DE456AF4521}"/>
                  </a:ext>
                </a:extLst>
              </p:cNvPr>
              <p:cNvPicPr>
                <a:picLocks noGrp="1" noRot="1" noChangeAspect="1" noMove="1" noResize="1" noEditPoints="1" noAdjustHandles="1" noChangeArrowheads="1" noChangeShapeType="1"/>
              </p:cNvPicPr>
              <p:nvPr/>
            </p:nvPicPr>
            <p:blipFill>
              <a:blip r:embed="rId7"/>
              <a:stretch>
                <a:fillRect/>
              </a:stretch>
            </p:blipFill>
            <p:spPr>
              <a:xfrm>
                <a:off x="2530264" y="1083816"/>
                <a:ext cx="7210783" cy="38448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25" name="Vista general de diapositiva 24">
                <a:extLst>
                  <a:ext uri="{FF2B5EF4-FFF2-40B4-BE49-F238E27FC236}">
                    <a16:creationId xmlns:a16="http://schemas.microsoft.com/office/drawing/2014/main" id="{F02B84C0-E1F7-6876-03E5-4392146C2A09}"/>
                  </a:ext>
                </a:extLst>
              </p:cNvPr>
              <p:cNvGraphicFramePr>
                <a:graphicFrameLocks noChangeAspect="1"/>
              </p:cNvGraphicFramePr>
              <p:nvPr>
                <p:extLst>
                  <p:ext uri="{D42A27DB-BD31-4B8C-83A1-F6EECF244321}">
                    <p14:modId xmlns:p14="http://schemas.microsoft.com/office/powerpoint/2010/main" val="3272361656"/>
                  </p:ext>
                </p:extLst>
              </p:nvPr>
            </p:nvGraphicFramePr>
            <p:xfrm>
              <a:off x="19201130" y="1167228"/>
              <a:ext cx="7128848" cy="3600000"/>
            </p:xfrm>
            <a:graphic>
              <a:graphicData uri="http://schemas.microsoft.com/office/powerpoint/2016/slidezoom">
                <pslz:sldZm>
                  <pslz:sldZmObj sldId="262" cId="1631579452">
                    <pslz:zmPr id="{50F900E6-6132-4920-84DB-1CD721E6AC69}" transitionDur="1000">
                      <p166:blipFill xmlns:p166="http://schemas.microsoft.com/office/powerpoint/2016/6/main">
                        <a:blip r:embed="rId9"/>
                        <a:stretch>
                          <a:fillRect/>
                        </a:stretch>
                      </p166:blipFill>
                      <p166:spPr xmlns:p166="http://schemas.microsoft.com/office/powerpoint/2016/6/main">
                        <a:xfrm>
                          <a:off x="0" y="0"/>
                          <a:ext cx="7128848" cy="3600000"/>
                        </a:xfrm>
                        <a:prstGeom prst="rect">
                          <a:avLst/>
                        </a:prstGeom>
                        <a:ln w="3175">
                          <a:noFill/>
                        </a:ln>
                      </p166:spPr>
                    </pslz:zmPr>
                  </pslz:sldZmObj>
                </pslz:sldZm>
              </a:graphicData>
            </a:graphic>
          </p:graphicFrame>
        </mc:Choice>
        <mc:Fallback>
          <p:pic>
            <p:nvPicPr>
              <p:cNvPr id="25" name="Vista general de diapositiva 24">
                <a:hlinkClick r:id="rId10" action="ppaction://hlinksldjump"/>
                <a:extLst>
                  <a:ext uri="{FF2B5EF4-FFF2-40B4-BE49-F238E27FC236}">
                    <a16:creationId xmlns:a16="http://schemas.microsoft.com/office/drawing/2014/main" id="{F02B84C0-E1F7-6876-03E5-4392146C2A09}"/>
                  </a:ext>
                </a:extLst>
              </p:cNvPr>
              <p:cNvPicPr>
                <a:picLocks noGrp="1" noRot="1" noChangeAspect="1" noMove="1" noResize="1" noEditPoints="1" noAdjustHandles="1" noChangeArrowheads="1" noChangeShapeType="1"/>
              </p:cNvPicPr>
              <p:nvPr/>
            </p:nvPicPr>
            <p:blipFill>
              <a:blip r:embed="rId9"/>
              <a:stretch>
                <a:fillRect/>
              </a:stretch>
            </p:blipFill>
            <p:spPr>
              <a:xfrm>
                <a:off x="19201130" y="1167228"/>
                <a:ext cx="7128848" cy="3600000"/>
              </a:xfrm>
              <a:prstGeom prst="rect">
                <a:avLst/>
              </a:prstGeom>
              <a:ln w="3175">
                <a:noFill/>
              </a:ln>
            </p:spPr>
          </p:pic>
        </mc:Fallback>
      </mc:AlternateContent>
      <mc:AlternateContent xmlns:mc="http://schemas.openxmlformats.org/markup-compatibility/2006">
        <mc:Choice xmlns:pslz="http://schemas.microsoft.com/office/powerpoint/2016/slidezoom" Requires="pslz">
          <p:graphicFrame>
            <p:nvGraphicFramePr>
              <p:cNvPr id="7" name="Vista general de diapositiva 6">
                <a:extLst>
                  <a:ext uri="{FF2B5EF4-FFF2-40B4-BE49-F238E27FC236}">
                    <a16:creationId xmlns:a16="http://schemas.microsoft.com/office/drawing/2014/main" id="{35FA62AE-6655-B1CB-B198-C853CA637D5C}"/>
                  </a:ext>
                </a:extLst>
              </p:cNvPr>
              <p:cNvGraphicFramePr>
                <a:graphicFrameLocks noChangeAspect="1"/>
              </p:cNvGraphicFramePr>
              <p:nvPr>
                <p:extLst>
                  <p:ext uri="{D42A27DB-BD31-4B8C-83A1-F6EECF244321}">
                    <p14:modId xmlns:p14="http://schemas.microsoft.com/office/powerpoint/2010/main" val="3441167062"/>
                  </p:ext>
                </p:extLst>
              </p:nvPr>
            </p:nvGraphicFramePr>
            <p:xfrm>
              <a:off x="-5617777" y="1179531"/>
              <a:ext cx="6835200" cy="3844800"/>
            </p:xfrm>
            <a:graphic>
              <a:graphicData uri="http://schemas.microsoft.com/office/powerpoint/2016/slidezoom">
                <pslz:sldZm>
                  <pslz:sldZmObj sldId="265" cId="73077636">
                    <pslz:zmPr id="{8324F6C1-5CC3-4576-AFE0-E4F092E2C248}" transitionDur="1000">
                      <p166:blipFill xmlns:p166="http://schemas.microsoft.com/office/powerpoint/2016/6/main">
                        <a:blip r:embed="rId11"/>
                        <a:stretch>
                          <a:fillRect/>
                        </a:stretch>
                      </p166:blipFill>
                      <p166:spPr xmlns:p166="http://schemas.microsoft.com/office/powerpoint/2016/6/main">
                        <a:xfrm>
                          <a:off x="0" y="0"/>
                          <a:ext cx="6835200" cy="3844800"/>
                        </a:xfrm>
                        <a:prstGeom prst="rect">
                          <a:avLst/>
                        </a:prstGeom>
                        <a:ln w="3175">
                          <a:solidFill>
                            <a:prstClr val="ltGray"/>
                          </a:solidFill>
                        </a:ln>
                      </p166:spPr>
                    </pslz:zmPr>
                  </pslz:sldZmObj>
                </pslz:sldZm>
              </a:graphicData>
            </a:graphic>
          </p:graphicFrame>
        </mc:Choice>
        <mc:Fallback>
          <p:pic>
            <p:nvPicPr>
              <p:cNvPr id="7" name="Vista general de diapositiva 6">
                <a:hlinkClick r:id="rId12" action="ppaction://hlinksldjump"/>
                <a:extLst>
                  <a:ext uri="{FF2B5EF4-FFF2-40B4-BE49-F238E27FC236}">
                    <a16:creationId xmlns:a16="http://schemas.microsoft.com/office/drawing/2014/main" id="{35FA62AE-6655-B1CB-B198-C853CA637D5C}"/>
                  </a:ext>
                </a:extLst>
              </p:cNvPr>
              <p:cNvPicPr>
                <a:picLocks noGrp="1" noRot="1" noChangeAspect="1" noMove="1" noResize="1" noEditPoints="1" noAdjustHandles="1" noChangeArrowheads="1" noChangeShapeType="1"/>
              </p:cNvPicPr>
              <p:nvPr/>
            </p:nvPicPr>
            <p:blipFill>
              <a:blip r:embed="rId11"/>
              <a:stretch>
                <a:fillRect/>
              </a:stretch>
            </p:blipFill>
            <p:spPr>
              <a:xfrm>
                <a:off x="-5617777" y="1179531"/>
                <a:ext cx="6835200" cy="38448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14" name="Vista general de diapositiva 13">
                <a:extLst>
                  <a:ext uri="{FF2B5EF4-FFF2-40B4-BE49-F238E27FC236}">
                    <a16:creationId xmlns:a16="http://schemas.microsoft.com/office/drawing/2014/main" id="{5CC71ABF-0F83-7EBE-3CED-2EEE2E09444C}"/>
                  </a:ext>
                </a:extLst>
              </p:cNvPr>
              <p:cNvGraphicFramePr>
                <a:graphicFrameLocks noChangeAspect="1"/>
              </p:cNvGraphicFramePr>
              <p:nvPr>
                <p:extLst>
                  <p:ext uri="{D42A27DB-BD31-4B8C-83A1-F6EECF244321}">
                    <p14:modId xmlns:p14="http://schemas.microsoft.com/office/powerpoint/2010/main" val="2192190853"/>
                  </p:ext>
                </p:extLst>
              </p:nvPr>
            </p:nvGraphicFramePr>
            <p:xfrm>
              <a:off x="-13460129" y="1258244"/>
              <a:ext cx="6835200" cy="3844800"/>
            </p:xfrm>
            <a:graphic>
              <a:graphicData uri="http://schemas.microsoft.com/office/powerpoint/2016/slidezoom">
                <pslz:sldZm>
                  <pslz:sldZmObj sldId="266" cId="376645527">
                    <pslz:zmPr id="{33C655B4-6B9B-4C63-95D1-276C1C5392A4}" transitionDur="1000">
                      <p166:blipFill xmlns:p166="http://schemas.microsoft.com/office/powerpoint/2016/6/main">
                        <a:blip r:embed="rId13"/>
                        <a:stretch>
                          <a:fillRect/>
                        </a:stretch>
                      </p166:blipFill>
                      <p166:spPr xmlns:p166="http://schemas.microsoft.com/office/powerpoint/2016/6/main">
                        <a:xfrm>
                          <a:off x="0" y="0"/>
                          <a:ext cx="6835200" cy="3844800"/>
                        </a:xfrm>
                        <a:prstGeom prst="rect">
                          <a:avLst/>
                        </a:prstGeom>
                        <a:ln w="3175">
                          <a:solidFill>
                            <a:prstClr val="ltGray"/>
                          </a:solidFill>
                        </a:ln>
                      </p166:spPr>
                    </pslz:zmPr>
                  </pslz:sldZmObj>
                </pslz:sldZm>
              </a:graphicData>
            </a:graphic>
          </p:graphicFrame>
        </mc:Choice>
        <mc:Fallback>
          <p:pic>
            <p:nvPicPr>
              <p:cNvPr id="14" name="Vista general de diapositiva 13">
                <a:hlinkClick r:id="rId14" action="ppaction://hlinksldjump"/>
                <a:extLst>
                  <a:ext uri="{FF2B5EF4-FFF2-40B4-BE49-F238E27FC236}">
                    <a16:creationId xmlns:a16="http://schemas.microsoft.com/office/drawing/2014/main" id="{5CC71ABF-0F83-7EBE-3CED-2EEE2E09444C}"/>
                  </a:ext>
                </a:extLst>
              </p:cNvPr>
              <p:cNvPicPr>
                <a:picLocks noGrp="1" noRot="1" noChangeAspect="1" noMove="1" noResize="1" noEditPoints="1" noAdjustHandles="1" noChangeArrowheads="1" noChangeShapeType="1"/>
              </p:cNvPicPr>
              <p:nvPr/>
            </p:nvPicPr>
            <p:blipFill>
              <a:blip r:embed="rId13"/>
              <a:stretch>
                <a:fillRect/>
              </a:stretch>
            </p:blipFill>
            <p:spPr>
              <a:xfrm>
                <a:off x="-13460129" y="1258244"/>
                <a:ext cx="6835200" cy="38448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18" name="Vista general de diapositiva 17">
                <a:extLst>
                  <a:ext uri="{FF2B5EF4-FFF2-40B4-BE49-F238E27FC236}">
                    <a16:creationId xmlns:a16="http://schemas.microsoft.com/office/drawing/2014/main" id="{6B5ACF40-6210-8F26-9B9A-023F2DB74195}"/>
                  </a:ext>
                </a:extLst>
              </p:cNvPr>
              <p:cNvGraphicFramePr>
                <a:graphicFrameLocks noChangeAspect="1"/>
              </p:cNvGraphicFramePr>
              <p:nvPr>
                <p:extLst>
                  <p:ext uri="{D42A27DB-BD31-4B8C-83A1-F6EECF244321}">
                    <p14:modId xmlns:p14="http://schemas.microsoft.com/office/powerpoint/2010/main" val="508822149"/>
                  </p:ext>
                </p:extLst>
              </p:nvPr>
            </p:nvGraphicFramePr>
            <p:xfrm>
              <a:off x="-21302481" y="1258244"/>
              <a:ext cx="6835200" cy="3844800"/>
            </p:xfrm>
            <a:graphic>
              <a:graphicData uri="http://schemas.microsoft.com/office/powerpoint/2016/slidezoom">
                <pslz:sldZm>
                  <pslz:sldZmObj sldId="267" cId="2619889004">
                    <pslz:zmPr id="{FBAA0186-2B38-47B9-B08F-E9D9BFCCECD6}" transitionDur="1000">
                      <p166:blipFill xmlns:p166="http://schemas.microsoft.com/office/powerpoint/2016/6/main">
                        <a:blip r:embed="rId15"/>
                        <a:stretch>
                          <a:fillRect/>
                        </a:stretch>
                      </p166:blipFill>
                      <p166:spPr xmlns:p166="http://schemas.microsoft.com/office/powerpoint/2016/6/main">
                        <a:xfrm>
                          <a:off x="0" y="0"/>
                          <a:ext cx="6835200" cy="3844800"/>
                        </a:xfrm>
                        <a:prstGeom prst="rect">
                          <a:avLst/>
                        </a:prstGeom>
                        <a:ln w="3175">
                          <a:solidFill>
                            <a:prstClr val="ltGray"/>
                          </a:solidFill>
                        </a:ln>
                      </p166:spPr>
                    </pslz:zmPr>
                  </pslz:sldZmObj>
                </pslz:sldZm>
              </a:graphicData>
            </a:graphic>
          </p:graphicFrame>
        </mc:Choice>
        <mc:Fallback>
          <p:pic>
            <p:nvPicPr>
              <p:cNvPr id="18" name="Vista general de diapositiva 17">
                <a:hlinkClick r:id="rId16" action="ppaction://hlinksldjump"/>
                <a:extLst>
                  <a:ext uri="{FF2B5EF4-FFF2-40B4-BE49-F238E27FC236}">
                    <a16:creationId xmlns:a16="http://schemas.microsoft.com/office/drawing/2014/main" id="{6B5ACF40-6210-8F26-9B9A-023F2DB74195}"/>
                  </a:ext>
                </a:extLst>
              </p:cNvPr>
              <p:cNvPicPr>
                <a:picLocks noGrp="1" noRot="1" noChangeAspect="1" noMove="1" noResize="1" noEditPoints="1" noAdjustHandles="1" noChangeArrowheads="1" noChangeShapeType="1"/>
              </p:cNvPicPr>
              <p:nvPr/>
            </p:nvPicPr>
            <p:blipFill>
              <a:blip r:embed="rId15"/>
              <a:stretch>
                <a:fillRect/>
              </a:stretch>
            </p:blipFill>
            <p:spPr>
              <a:xfrm>
                <a:off x="-21302481" y="1258244"/>
                <a:ext cx="6835200" cy="38448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22" name="Vista general de diapositiva 21">
                <a:extLst>
                  <a:ext uri="{FF2B5EF4-FFF2-40B4-BE49-F238E27FC236}">
                    <a16:creationId xmlns:a16="http://schemas.microsoft.com/office/drawing/2014/main" id="{C4EDC504-E149-48CE-0E8B-068A41FC77C8}"/>
                  </a:ext>
                </a:extLst>
              </p:cNvPr>
              <p:cNvGraphicFramePr>
                <a:graphicFrameLocks noChangeAspect="1"/>
              </p:cNvGraphicFramePr>
              <p:nvPr>
                <p:extLst>
                  <p:ext uri="{D42A27DB-BD31-4B8C-83A1-F6EECF244321}">
                    <p14:modId xmlns:p14="http://schemas.microsoft.com/office/powerpoint/2010/main" val="3473220413"/>
                  </p:ext>
                </p:extLst>
              </p:nvPr>
            </p:nvGraphicFramePr>
            <p:xfrm>
              <a:off x="-28889418" y="1258244"/>
              <a:ext cx="6835200" cy="3844800"/>
            </p:xfrm>
            <a:graphic>
              <a:graphicData uri="http://schemas.microsoft.com/office/powerpoint/2016/slidezoom">
                <pslz:sldZm>
                  <pslz:sldZmObj sldId="268" cId="3946122391">
                    <pslz:zmPr id="{54DA1DFE-1E73-4A07-97D2-9658D7E821C5}" transitionDur="1000">
                      <p166:blipFill xmlns:p166="http://schemas.microsoft.com/office/powerpoint/2016/6/main">
                        <a:blip r:embed="rId17"/>
                        <a:stretch>
                          <a:fillRect/>
                        </a:stretch>
                      </p166:blipFill>
                      <p166:spPr xmlns:p166="http://schemas.microsoft.com/office/powerpoint/2016/6/main">
                        <a:xfrm>
                          <a:off x="0" y="0"/>
                          <a:ext cx="6835200" cy="3844800"/>
                        </a:xfrm>
                        <a:prstGeom prst="rect">
                          <a:avLst/>
                        </a:prstGeom>
                        <a:ln w="3175">
                          <a:solidFill>
                            <a:prstClr val="ltGray"/>
                          </a:solidFill>
                        </a:ln>
                      </p166:spPr>
                    </pslz:zmPr>
                  </pslz:sldZmObj>
                </pslz:sldZm>
              </a:graphicData>
            </a:graphic>
          </p:graphicFrame>
        </mc:Choice>
        <mc:Fallback>
          <p:pic>
            <p:nvPicPr>
              <p:cNvPr id="22" name="Vista general de diapositiva 21">
                <a:hlinkClick r:id="rId18" action="ppaction://hlinksldjump"/>
                <a:extLst>
                  <a:ext uri="{FF2B5EF4-FFF2-40B4-BE49-F238E27FC236}">
                    <a16:creationId xmlns:a16="http://schemas.microsoft.com/office/drawing/2014/main" id="{C4EDC504-E149-48CE-0E8B-068A41FC77C8}"/>
                  </a:ext>
                </a:extLst>
              </p:cNvPr>
              <p:cNvPicPr>
                <a:picLocks noGrp="1" noRot="1" noChangeAspect="1" noMove="1" noResize="1" noEditPoints="1" noAdjustHandles="1" noChangeArrowheads="1" noChangeShapeType="1"/>
              </p:cNvPicPr>
              <p:nvPr/>
            </p:nvPicPr>
            <p:blipFill>
              <a:blip r:embed="rId17"/>
              <a:stretch>
                <a:fillRect/>
              </a:stretch>
            </p:blipFill>
            <p:spPr>
              <a:xfrm>
                <a:off x="-28889418" y="1258244"/>
                <a:ext cx="6835200" cy="38448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26" name="Vista general de diapositiva 25">
                <a:extLst>
                  <a:ext uri="{FF2B5EF4-FFF2-40B4-BE49-F238E27FC236}">
                    <a16:creationId xmlns:a16="http://schemas.microsoft.com/office/drawing/2014/main" id="{D789AA20-D6D0-640D-BA42-20D6AC37F315}"/>
                  </a:ext>
                </a:extLst>
              </p:cNvPr>
              <p:cNvGraphicFramePr>
                <a:graphicFrameLocks noChangeAspect="1"/>
              </p:cNvGraphicFramePr>
              <p:nvPr>
                <p:extLst>
                  <p:ext uri="{D42A27DB-BD31-4B8C-83A1-F6EECF244321}">
                    <p14:modId xmlns:p14="http://schemas.microsoft.com/office/powerpoint/2010/main" val="2776938384"/>
                  </p:ext>
                </p:extLst>
              </p:nvPr>
            </p:nvGraphicFramePr>
            <p:xfrm>
              <a:off x="-36378941" y="1083816"/>
              <a:ext cx="6835200" cy="3844800"/>
            </p:xfrm>
            <a:graphic>
              <a:graphicData uri="http://schemas.microsoft.com/office/powerpoint/2016/slidezoom">
                <pslz:sldZm>
                  <pslz:sldZmObj sldId="269" cId="1443209632">
                    <pslz:zmPr id="{016513C0-A436-4CFE-ABA1-DB78B6531D52}" transitionDur="1000">
                      <p166:blipFill xmlns:p166="http://schemas.microsoft.com/office/powerpoint/2016/6/main">
                        <a:blip r:embed="rId19"/>
                        <a:stretch>
                          <a:fillRect/>
                        </a:stretch>
                      </p166:blipFill>
                      <p166:spPr xmlns:p166="http://schemas.microsoft.com/office/powerpoint/2016/6/main">
                        <a:xfrm>
                          <a:off x="0" y="0"/>
                          <a:ext cx="6835200" cy="3844800"/>
                        </a:xfrm>
                        <a:prstGeom prst="rect">
                          <a:avLst/>
                        </a:prstGeom>
                        <a:ln w="3175">
                          <a:solidFill>
                            <a:prstClr val="ltGray"/>
                          </a:solidFill>
                        </a:ln>
                      </p166:spPr>
                    </pslz:zmPr>
                  </pslz:sldZmObj>
                </pslz:sldZm>
              </a:graphicData>
            </a:graphic>
          </p:graphicFrame>
        </mc:Choice>
        <mc:Fallback>
          <p:pic>
            <p:nvPicPr>
              <p:cNvPr id="26" name="Vista general de diapositiva 25">
                <a:hlinkClick r:id="rId20" action="ppaction://hlinksldjump"/>
                <a:extLst>
                  <a:ext uri="{FF2B5EF4-FFF2-40B4-BE49-F238E27FC236}">
                    <a16:creationId xmlns:a16="http://schemas.microsoft.com/office/drawing/2014/main" id="{D789AA20-D6D0-640D-BA42-20D6AC37F315}"/>
                  </a:ext>
                </a:extLst>
              </p:cNvPr>
              <p:cNvPicPr>
                <a:picLocks noGrp="1" noRot="1" noChangeAspect="1" noMove="1" noResize="1" noEditPoints="1" noAdjustHandles="1" noChangeArrowheads="1" noChangeShapeType="1"/>
              </p:cNvPicPr>
              <p:nvPr/>
            </p:nvPicPr>
            <p:blipFill>
              <a:blip r:embed="rId19"/>
              <a:stretch>
                <a:fillRect/>
              </a:stretch>
            </p:blipFill>
            <p:spPr>
              <a:xfrm>
                <a:off x="-36378941" y="1083816"/>
                <a:ext cx="6835200" cy="3844800"/>
              </a:xfrm>
              <a:prstGeom prst="rect">
                <a:avLst/>
              </a:prstGeom>
              <a:ln w="3175">
                <a:solidFill>
                  <a:prstClr val="ltGray"/>
                </a:solidFill>
              </a:ln>
            </p:spPr>
          </p:pic>
        </mc:Fallback>
      </mc:AlternateContent>
      <p:sp>
        <p:nvSpPr>
          <p:cNvPr id="2" name="Elipse 1">
            <a:extLst>
              <a:ext uri="{FF2B5EF4-FFF2-40B4-BE49-F238E27FC236}">
                <a16:creationId xmlns:a16="http://schemas.microsoft.com/office/drawing/2014/main" id="{BB48F22B-96DE-EE7A-64B5-32B5A6BD4921}"/>
              </a:ext>
            </a:extLst>
          </p:cNvPr>
          <p:cNvSpPr/>
          <p:nvPr/>
        </p:nvSpPr>
        <p:spPr>
          <a:xfrm>
            <a:off x="10347536" y="30713"/>
            <a:ext cx="1706034" cy="1629664"/>
          </a:xfrm>
          <a:prstGeom prst="ellipse">
            <a:avLst/>
          </a:prstGeom>
          <a:gradFill>
            <a:gsLst>
              <a:gs pos="0">
                <a:schemeClr val="bg1"/>
              </a:gs>
              <a:gs pos="100000">
                <a:schemeClr val="accent5">
                  <a:lumMod val="95000"/>
                  <a:lumOff val="5000"/>
                </a:schemeClr>
              </a:gs>
            </a:gsLst>
            <a:path path="circle">
              <a:fillToRect l="50000" t="130000" r="50000" b="-30000"/>
            </a:path>
          </a:gradFill>
          <a:effectLst>
            <a:softEdge rad="4953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Tree>
    <p:extLst>
      <p:ext uri="{BB962C8B-B14F-4D97-AF65-F5344CB8AC3E}">
        <p14:creationId xmlns:p14="http://schemas.microsoft.com/office/powerpoint/2010/main" val="268646859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40000"/>
                <a:lumOff val="60000"/>
              </a:schemeClr>
            </a:gs>
            <a:gs pos="46000">
              <a:schemeClr val="accent5">
                <a:lumMod val="95000"/>
                <a:lumOff val="5000"/>
              </a:schemeClr>
            </a:gs>
            <a:gs pos="100000">
              <a:schemeClr val="tx1"/>
            </a:gs>
          </a:gsLst>
          <a:path path="circle">
            <a:fillToRect l="50000" t="130000" r="50000" b="-30000"/>
          </a:path>
          <a:tileRect/>
        </a:gradFill>
        <a:effectLst/>
      </p:bgPr>
    </p:bg>
    <p:spTree>
      <p:nvGrpSpPr>
        <p:cNvPr id="1" name="">
          <a:extLst>
            <a:ext uri="{FF2B5EF4-FFF2-40B4-BE49-F238E27FC236}">
              <a16:creationId xmlns:a16="http://schemas.microsoft.com/office/drawing/2014/main" id="{AA352295-76DF-9BA8-143A-67096CE7AE9C}"/>
            </a:ext>
          </a:extLst>
        </p:cNvPr>
        <p:cNvGrpSpPr/>
        <p:nvPr/>
      </p:nvGrpSpPr>
      <p:grpSpPr>
        <a:xfrm>
          <a:off x="0" y="0"/>
          <a:ext cx="0" cy="0"/>
          <a:chOff x="0" y="0"/>
          <a:chExt cx="0" cy="0"/>
        </a:xfrm>
      </p:grpSpPr>
      <p:sp>
        <p:nvSpPr>
          <p:cNvPr id="10" name="Rectángulo 9">
            <a:extLst>
              <a:ext uri="{FF2B5EF4-FFF2-40B4-BE49-F238E27FC236}">
                <a16:creationId xmlns:a16="http://schemas.microsoft.com/office/drawing/2014/main" id="{B879B201-2EFB-E6E6-8573-52A4AC253203}"/>
              </a:ext>
            </a:extLst>
          </p:cNvPr>
          <p:cNvSpPr/>
          <p:nvPr/>
        </p:nvSpPr>
        <p:spPr>
          <a:xfrm>
            <a:off x="2532888" y="1005840"/>
            <a:ext cx="7278624" cy="3922776"/>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1" name="CuadroTexto 10">
            <a:extLst>
              <a:ext uri="{FF2B5EF4-FFF2-40B4-BE49-F238E27FC236}">
                <a16:creationId xmlns:a16="http://schemas.microsoft.com/office/drawing/2014/main" id="{335FD940-27E8-AAA5-8DB4-6E86828C4A73}"/>
              </a:ext>
            </a:extLst>
          </p:cNvPr>
          <p:cNvSpPr txBox="1"/>
          <p:nvPr/>
        </p:nvSpPr>
        <p:spPr>
          <a:xfrm>
            <a:off x="213360" y="0"/>
            <a:ext cx="12100560" cy="830997"/>
          </a:xfrm>
          <a:prstGeom prst="rect">
            <a:avLst/>
          </a:prstGeom>
          <a:gradFill>
            <a:gsLst>
              <a:gs pos="0">
                <a:schemeClr val="accent5">
                  <a:lumMod val="40000"/>
                  <a:lumOff val="60000"/>
                </a:schemeClr>
              </a:gs>
              <a:gs pos="46000">
                <a:schemeClr val="accent5">
                  <a:lumMod val="95000"/>
                  <a:lumOff val="5000"/>
                </a:schemeClr>
              </a:gs>
              <a:gs pos="100000">
                <a:schemeClr val="tx1"/>
              </a:gs>
            </a:gsLst>
            <a:path path="circle">
              <a:fillToRect l="50000" t="130000" r="50000" b="-30000"/>
            </a:path>
          </a:gradFill>
        </p:spPr>
        <p:txBody>
          <a:bodyPr wrap="square" rtlCol="0">
            <a:spAutoFit/>
          </a:bodyPr>
          <a:lstStyle/>
          <a:p>
            <a:pPr algn="ctr"/>
            <a:r>
              <a:rPr lang="es-CO" sz="4800" dirty="0">
                <a:latin typeface="Arial Black" panose="020B0A04020102020204" pitchFamily="34" charset="0"/>
              </a:rPr>
              <a:t>INGENIERIA DE SOFTWARE</a:t>
            </a:r>
          </a:p>
        </p:txBody>
      </p:sp>
      <p:pic>
        <p:nvPicPr>
          <p:cNvPr id="9" name="Imagen 8">
            <a:extLst>
              <a:ext uri="{FF2B5EF4-FFF2-40B4-BE49-F238E27FC236}">
                <a16:creationId xmlns:a16="http://schemas.microsoft.com/office/drawing/2014/main" id="{DD600357-29E5-5FB0-9F33-3F768303D7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2447" y="-1035702"/>
            <a:ext cx="9599506" cy="9112284"/>
          </a:xfrm>
          <a:prstGeom prst="rect">
            <a:avLst/>
          </a:prstGeom>
          <a:effectLst>
            <a:outerShdw blurRad="88900" dist="38100" dir="2700000" algn="tl" rotWithShape="0">
              <a:schemeClr val="bg1">
                <a:alpha val="40000"/>
              </a:schemeClr>
            </a:outerShdw>
          </a:effectLst>
        </p:spPr>
      </p:pic>
      <p:sp>
        <p:nvSpPr>
          <p:cNvPr id="12" name="Elipse 11">
            <a:extLst>
              <a:ext uri="{FF2B5EF4-FFF2-40B4-BE49-F238E27FC236}">
                <a16:creationId xmlns:a16="http://schemas.microsoft.com/office/drawing/2014/main" id="{968D44B8-33E4-E6E9-1550-34B7FA1A3DD4}"/>
              </a:ext>
            </a:extLst>
          </p:cNvPr>
          <p:cNvSpPr/>
          <p:nvPr/>
        </p:nvSpPr>
        <p:spPr>
          <a:xfrm>
            <a:off x="519430" y="-500934"/>
            <a:ext cx="1706034" cy="1629664"/>
          </a:xfrm>
          <a:prstGeom prst="ellipse">
            <a:avLst/>
          </a:prstGeom>
          <a:gradFill>
            <a:gsLst>
              <a:gs pos="0">
                <a:schemeClr val="bg1"/>
              </a:gs>
              <a:gs pos="100000">
                <a:schemeClr val="accent5">
                  <a:lumMod val="95000"/>
                  <a:lumOff val="5000"/>
                </a:schemeClr>
              </a:gs>
            </a:gsLst>
            <a:path path="circle">
              <a:fillToRect l="50000" t="130000" r="50000" b="-30000"/>
            </a:path>
          </a:gradFill>
          <a:effectLst>
            <a:softEdge rad="4953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3" name="Elipse 12">
            <a:extLst>
              <a:ext uri="{FF2B5EF4-FFF2-40B4-BE49-F238E27FC236}">
                <a16:creationId xmlns:a16="http://schemas.microsoft.com/office/drawing/2014/main" id="{3C166B92-9EC5-1D1A-D80F-CD3551D2070D}"/>
              </a:ext>
            </a:extLst>
          </p:cNvPr>
          <p:cNvSpPr/>
          <p:nvPr/>
        </p:nvSpPr>
        <p:spPr>
          <a:xfrm>
            <a:off x="671830" y="-348534"/>
            <a:ext cx="1706034" cy="1629664"/>
          </a:xfrm>
          <a:prstGeom prst="ellipse">
            <a:avLst/>
          </a:prstGeom>
          <a:gradFill>
            <a:gsLst>
              <a:gs pos="0">
                <a:schemeClr val="bg1"/>
              </a:gs>
              <a:gs pos="100000">
                <a:schemeClr val="accent5">
                  <a:lumMod val="95000"/>
                  <a:lumOff val="5000"/>
                </a:schemeClr>
              </a:gs>
            </a:gsLst>
            <a:path path="circle">
              <a:fillToRect l="50000" t="130000" r="50000" b="-30000"/>
            </a:path>
          </a:gradFill>
          <a:effectLst>
            <a:softEdge rad="4953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mc:AlternateContent xmlns:mc="http://schemas.openxmlformats.org/markup-compatibility/2006">
        <mc:Choice xmlns:pslz="http://schemas.microsoft.com/office/powerpoint/2016/slidezoom" Requires="pslz">
          <p:graphicFrame>
            <p:nvGraphicFramePr>
              <p:cNvPr id="23" name="Vista general de diapositiva 22">
                <a:extLst>
                  <a:ext uri="{FF2B5EF4-FFF2-40B4-BE49-F238E27FC236}">
                    <a16:creationId xmlns:a16="http://schemas.microsoft.com/office/drawing/2014/main" id="{1417BB1A-3EB9-33C4-E67A-37C695E53C71}"/>
                  </a:ext>
                </a:extLst>
              </p:cNvPr>
              <p:cNvGraphicFramePr>
                <a:graphicFrameLocks noChangeAspect="1"/>
              </p:cNvGraphicFramePr>
              <p:nvPr>
                <p:extLst>
                  <p:ext uri="{D42A27DB-BD31-4B8C-83A1-F6EECF244321}">
                    <p14:modId xmlns:p14="http://schemas.microsoft.com/office/powerpoint/2010/main" val="505539642"/>
                  </p:ext>
                </p:extLst>
              </p:nvPr>
            </p:nvGraphicFramePr>
            <p:xfrm>
              <a:off x="35821234" y="1062693"/>
              <a:ext cx="7084290" cy="3826878"/>
            </p:xfrm>
            <a:graphic>
              <a:graphicData uri="http://schemas.microsoft.com/office/powerpoint/2016/slidezoom">
                <pslz:sldZm>
                  <pslz:sldZmObj sldId="261" cId="1830263750">
                    <pslz:zmPr id="{6ABD74FE-FA56-4D23-BBE7-29DEFCE47603}" transitionDur="1000">
                      <p166:blipFill xmlns:p166="http://schemas.microsoft.com/office/powerpoint/2016/6/main">
                        <a:blip r:embed="rId3"/>
                        <a:stretch>
                          <a:fillRect/>
                        </a:stretch>
                      </p166:blipFill>
                      <p166:spPr xmlns:p166="http://schemas.microsoft.com/office/powerpoint/2016/6/main">
                        <a:xfrm>
                          <a:off x="0" y="0"/>
                          <a:ext cx="7084290" cy="3826878"/>
                        </a:xfrm>
                        <a:prstGeom prst="rect">
                          <a:avLst/>
                        </a:prstGeom>
                        <a:ln w="3175">
                          <a:noFill/>
                        </a:ln>
                      </p166:spPr>
                    </pslz:zmPr>
                  </pslz:sldZmObj>
                </pslz:sldZm>
              </a:graphicData>
            </a:graphic>
          </p:graphicFrame>
        </mc:Choice>
        <mc:Fallback>
          <p:pic>
            <p:nvPicPr>
              <p:cNvPr id="23" name="Vista general de diapositiva 22">
                <a:hlinkClick r:id="rId4" action="ppaction://hlinksldjump"/>
                <a:extLst>
                  <a:ext uri="{FF2B5EF4-FFF2-40B4-BE49-F238E27FC236}">
                    <a16:creationId xmlns:a16="http://schemas.microsoft.com/office/drawing/2014/main" id="{1417BB1A-3EB9-33C4-E67A-37C695E53C71}"/>
                  </a:ext>
                </a:extLst>
              </p:cNvPr>
              <p:cNvPicPr>
                <a:picLocks noGrp="1" noRot="1" noChangeAspect="1" noMove="1" noResize="1" noEditPoints="1" noAdjustHandles="1" noChangeArrowheads="1" noChangeShapeType="1"/>
              </p:cNvPicPr>
              <p:nvPr/>
            </p:nvPicPr>
            <p:blipFill>
              <a:blip r:embed="rId3"/>
              <a:stretch>
                <a:fillRect/>
              </a:stretch>
            </p:blipFill>
            <p:spPr>
              <a:xfrm>
                <a:off x="35821234" y="1062693"/>
                <a:ext cx="7084290" cy="3826878"/>
              </a:xfrm>
              <a:prstGeom prst="rect">
                <a:avLst/>
              </a:prstGeom>
              <a:ln w="3175">
                <a:noFill/>
              </a:ln>
            </p:spPr>
          </p:pic>
        </mc:Fallback>
      </mc:AlternateContent>
      <mc:AlternateContent xmlns:mc="http://schemas.openxmlformats.org/markup-compatibility/2006">
        <mc:Choice xmlns:pslz="http://schemas.microsoft.com/office/powerpoint/2016/slidezoom" Requires="pslz">
          <p:graphicFrame>
            <p:nvGraphicFramePr>
              <p:cNvPr id="3" name="Vista general de diapositiva 2">
                <a:extLst>
                  <a:ext uri="{FF2B5EF4-FFF2-40B4-BE49-F238E27FC236}">
                    <a16:creationId xmlns:a16="http://schemas.microsoft.com/office/drawing/2014/main" id="{B79B20A2-F3A6-5612-F2C9-27F36D316E0D}"/>
                  </a:ext>
                </a:extLst>
              </p:cNvPr>
              <p:cNvGraphicFramePr>
                <a:graphicFrameLocks noChangeAspect="1"/>
              </p:cNvGraphicFramePr>
              <p:nvPr>
                <p:extLst>
                  <p:ext uri="{D42A27DB-BD31-4B8C-83A1-F6EECF244321}">
                    <p14:modId xmlns:p14="http://schemas.microsoft.com/office/powerpoint/2010/main" val="1981277912"/>
                  </p:ext>
                </p:extLst>
              </p:nvPr>
            </p:nvGraphicFramePr>
            <p:xfrm>
              <a:off x="19886930" y="1117845"/>
              <a:ext cx="7084800" cy="3985199"/>
            </p:xfrm>
            <a:graphic>
              <a:graphicData uri="http://schemas.microsoft.com/office/powerpoint/2016/slidezoom">
                <pslz:sldZm>
                  <pslz:sldZmObj sldId="263" cId="1853309051">
                    <pslz:zmPr id="{3D69B49B-25D4-4F5A-AB3E-C400CE78D672}" transitionDur="1000">
                      <p166:blipFill xmlns:p166="http://schemas.microsoft.com/office/powerpoint/2016/6/main">
                        <a:blip r:embed="rId5"/>
                        <a:stretch>
                          <a:fillRect/>
                        </a:stretch>
                      </p166:blipFill>
                      <p166:spPr xmlns:p166="http://schemas.microsoft.com/office/powerpoint/2016/6/main">
                        <a:xfrm>
                          <a:off x="0" y="0"/>
                          <a:ext cx="7084800" cy="3985199"/>
                        </a:xfrm>
                        <a:prstGeom prst="rect">
                          <a:avLst/>
                        </a:prstGeom>
                        <a:ln w="3175">
                          <a:solidFill>
                            <a:prstClr val="ltGray"/>
                          </a:solidFill>
                        </a:ln>
                      </p166:spPr>
                    </pslz:zmPr>
                  </pslz:sldZmObj>
                </pslz:sldZm>
              </a:graphicData>
            </a:graphic>
          </p:graphicFrame>
        </mc:Choice>
        <mc:Fallback>
          <p:pic>
            <p:nvPicPr>
              <p:cNvPr id="3" name="Vista general de diapositiva 2">
                <a:hlinkClick r:id="rId6" action="ppaction://hlinksldjump"/>
                <a:extLst>
                  <a:ext uri="{FF2B5EF4-FFF2-40B4-BE49-F238E27FC236}">
                    <a16:creationId xmlns:a16="http://schemas.microsoft.com/office/drawing/2014/main" id="{B79B20A2-F3A6-5612-F2C9-27F36D316E0D}"/>
                  </a:ext>
                </a:extLst>
              </p:cNvPr>
              <p:cNvPicPr>
                <a:picLocks noGrp="1" noRot="1" noChangeAspect="1" noMove="1" noResize="1" noEditPoints="1" noAdjustHandles="1" noChangeArrowheads="1" noChangeShapeType="1"/>
              </p:cNvPicPr>
              <p:nvPr/>
            </p:nvPicPr>
            <p:blipFill>
              <a:blip r:embed="rId5"/>
              <a:stretch>
                <a:fillRect/>
              </a:stretch>
            </p:blipFill>
            <p:spPr>
              <a:xfrm>
                <a:off x="19886930" y="1117845"/>
                <a:ext cx="7084800" cy="3985199"/>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5" name="Vista general de diapositiva 4">
                <a:extLst>
                  <a:ext uri="{FF2B5EF4-FFF2-40B4-BE49-F238E27FC236}">
                    <a16:creationId xmlns:a16="http://schemas.microsoft.com/office/drawing/2014/main" id="{93425994-0DB4-4B37-A671-5ABC3D072527}"/>
                  </a:ext>
                </a:extLst>
              </p:cNvPr>
              <p:cNvGraphicFramePr>
                <a:graphicFrameLocks noChangeAspect="1"/>
              </p:cNvGraphicFramePr>
              <p:nvPr>
                <p:extLst>
                  <p:ext uri="{D42A27DB-BD31-4B8C-83A1-F6EECF244321}">
                    <p14:modId xmlns:p14="http://schemas.microsoft.com/office/powerpoint/2010/main" val="3460491030"/>
                  </p:ext>
                </p:extLst>
              </p:nvPr>
            </p:nvGraphicFramePr>
            <p:xfrm>
              <a:off x="10897024" y="1083816"/>
              <a:ext cx="7210783" cy="3844800"/>
            </p:xfrm>
            <a:graphic>
              <a:graphicData uri="http://schemas.microsoft.com/office/powerpoint/2016/slidezoom">
                <pslz:sldZm>
                  <pslz:sldZmObj sldId="264" cId="1206705849">
                    <pslz:zmPr id="{F5C2E68D-B240-43B0-8C41-907D0C005983}" transitionDur="1000">
                      <p166:blipFill xmlns:p166="http://schemas.microsoft.com/office/powerpoint/2016/6/main">
                        <a:blip r:embed="rId7"/>
                        <a:stretch>
                          <a:fillRect/>
                        </a:stretch>
                      </p166:blipFill>
                      <p166:spPr xmlns:p166="http://schemas.microsoft.com/office/powerpoint/2016/6/main">
                        <a:xfrm>
                          <a:off x="0" y="0"/>
                          <a:ext cx="7210783" cy="3844800"/>
                        </a:xfrm>
                        <a:prstGeom prst="rect">
                          <a:avLst/>
                        </a:prstGeom>
                        <a:ln w="3175">
                          <a:solidFill>
                            <a:prstClr val="ltGray"/>
                          </a:solidFill>
                        </a:ln>
                      </p166:spPr>
                    </pslz:zmPr>
                  </pslz:sldZmObj>
                </pslz:sldZm>
              </a:graphicData>
            </a:graphic>
          </p:graphicFrame>
        </mc:Choice>
        <mc:Fallback>
          <p:pic>
            <p:nvPicPr>
              <p:cNvPr id="5" name="Vista general de diapositiva 4">
                <a:hlinkClick r:id="rId8" action="ppaction://hlinksldjump"/>
                <a:extLst>
                  <a:ext uri="{FF2B5EF4-FFF2-40B4-BE49-F238E27FC236}">
                    <a16:creationId xmlns:a16="http://schemas.microsoft.com/office/drawing/2014/main" id="{93425994-0DB4-4B37-A671-5ABC3D072527}"/>
                  </a:ext>
                </a:extLst>
              </p:cNvPr>
              <p:cNvPicPr>
                <a:picLocks noGrp="1" noRot="1" noChangeAspect="1" noMove="1" noResize="1" noEditPoints="1" noAdjustHandles="1" noChangeArrowheads="1" noChangeShapeType="1"/>
              </p:cNvPicPr>
              <p:nvPr/>
            </p:nvPicPr>
            <p:blipFill>
              <a:blip r:embed="rId7"/>
              <a:stretch>
                <a:fillRect/>
              </a:stretch>
            </p:blipFill>
            <p:spPr>
              <a:xfrm>
                <a:off x="10897024" y="1083816"/>
                <a:ext cx="7210783" cy="38448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7" name="Vista general de diapositiva 6">
                <a:extLst>
                  <a:ext uri="{FF2B5EF4-FFF2-40B4-BE49-F238E27FC236}">
                    <a16:creationId xmlns:a16="http://schemas.microsoft.com/office/drawing/2014/main" id="{5182806C-ABE2-E2A3-55ED-DFE0DA50EAC9}"/>
                  </a:ext>
                </a:extLst>
              </p:cNvPr>
              <p:cNvGraphicFramePr>
                <a:graphicFrameLocks noChangeAspect="1"/>
              </p:cNvGraphicFramePr>
              <p:nvPr>
                <p:extLst>
                  <p:ext uri="{D42A27DB-BD31-4B8C-83A1-F6EECF244321}">
                    <p14:modId xmlns:p14="http://schemas.microsoft.com/office/powerpoint/2010/main" val="1390722025"/>
                  </p:ext>
                </p:extLst>
              </p:nvPr>
            </p:nvGraphicFramePr>
            <p:xfrm>
              <a:off x="2617496" y="1062693"/>
              <a:ext cx="7155032" cy="3844800"/>
            </p:xfrm>
            <a:graphic>
              <a:graphicData uri="http://schemas.microsoft.com/office/powerpoint/2016/slidezoom">
                <pslz:sldZm>
                  <pslz:sldZmObj sldId="265" cId="73077636">
                    <pslz:zmPr id="{8324F6C1-5CC3-4576-AFE0-E4F092E2C248}" transitionDur="1000">
                      <p166:blipFill xmlns:p166="http://schemas.microsoft.com/office/powerpoint/2016/6/main">
                        <a:blip r:embed="rId9"/>
                        <a:stretch>
                          <a:fillRect/>
                        </a:stretch>
                      </p166:blipFill>
                      <p166:spPr xmlns:p166="http://schemas.microsoft.com/office/powerpoint/2016/6/main">
                        <a:xfrm>
                          <a:off x="0" y="0"/>
                          <a:ext cx="7155032" cy="3844800"/>
                        </a:xfrm>
                        <a:prstGeom prst="rect">
                          <a:avLst/>
                        </a:prstGeom>
                        <a:ln w="3175">
                          <a:solidFill>
                            <a:prstClr val="ltGray"/>
                          </a:solidFill>
                        </a:ln>
                      </p166:spPr>
                    </pslz:zmPr>
                  </pslz:sldZmObj>
                </pslz:sldZm>
              </a:graphicData>
            </a:graphic>
          </p:graphicFrame>
        </mc:Choice>
        <mc:Fallback>
          <p:pic>
            <p:nvPicPr>
              <p:cNvPr id="7" name="Vista general de diapositiva 6">
                <a:hlinkClick r:id="rId10" action="ppaction://hlinksldjump"/>
                <a:extLst>
                  <a:ext uri="{FF2B5EF4-FFF2-40B4-BE49-F238E27FC236}">
                    <a16:creationId xmlns:a16="http://schemas.microsoft.com/office/drawing/2014/main" id="{5182806C-ABE2-E2A3-55ED-DFE0DA50EAC9}"/>
                  </a:ext>
                </a:extLst>
              </p:cNvPr>
              <p:cNvPicPr>
                <a:picLocks noGrp="1" noRot="1" noChangeAspect="1" noMove="1" noResize="1" noEditPoints="1" noAdjustHandles="1" noChangeArrowheads="1" noChangeShapeType="1"/>
              </p:cNvPicPr>
              <p:nvPr/>
            </p:nvPicPr>
            <p:blipFill>
              <a:blip r:embed="rId9"/>
              <a:stretch>
                <a:fillRect/>
              </a:stretch>
            </p:blipFill>
            <p:spPr>
              <a:xfrm>
                <a:off x="2617496" y="1062693"/>
                <a:ext cx="7155032" cy="38448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25" name="Vista general de diapositiva 24">
                <a:extLst>
                  <a:ext uri="{FF2B5EF4-FFF2-40B4-BE49-F238E27FC236}">
                    <a16:creationId xmlns:a16="http://schemas.microsoft.com/office/drawing/2014/main" id="{3DD946E1-4A49-766F-63DE-375DC80A90DF}"/>
                  </a:ext>
                </a:extLst>
              </p:cNvPr>
              <p:cNvGraphicFramePr>
                <a:graphicFrameLocks noChangeAspect="1"/>
              </p:cNvGraphicFramePr>
              <p:nvPr>
                <p:extLst>
                  <p:ext uri="{D42A27DB-BD31-4B8C-83A1-F6EECF244321}">
                    <p14:modId xmlns:p14="http://schemas.microsoft.com/office/powerpoint/2010/main" val="2992960352"/>
                  </p:ext>
                </p:extLst>
              </p:nvPr>
            </p:nvGraphicFramePr>
            <p:xfrm>
              <a:off x="27567890" y="1167228"/>
              <a:ext cx="7128848" cy="3600000"/>
            </p:xfrm>
            <a:graphic>
              <a:graphicData uri="http://schemas.microsoft.com/office/powerpoint/2016/slidezoom">
                <pslz:sldZm>
                  <pslz:sldZmObj sldId="262" cId="1631579452">
                    <pslz:zmPr id="{50F900E6-6132-4920-84DB-1CD721E6AC69}" transitionDur="1000">
                      <p166:blipFill xmlns:p166="http://schemas.microsoft.com/office/powerpoint/2016/6/main">
                        <a:blip r:embed="rId11"/>
                        <a:stretch>
                          <a:fillRect/>
                        </a:stretch>
                      </p166:blipFill>
                      <p166:spPr xmlns:p166="http://schemas.microsoft.com/office/powerpoint/2016/6/main">
                        <a:xfrm>
                          <a:off x="0" y="0"/>
                          <a:ext cx="7128848" cy="3600000"/>
                        </a:xfrm>
                        <a:prstGeom prst="rect">
                          <a:avLst/>
                        </a:prstGeom>
                        <a:ln w="3175">
                          <a:noFill/>
                        </a:ln>
                      </p166:spPr>
                    </pslz:zmPr>
                  </pslz:sldZmObj>
                </pslz:sldZm>
              </a:graphicData>
            </a:graphic>
          </p:graphicFrame>
        </mc:Choice>
        <mc:Fallback>
          <p:pic>
            <p:nvPicPr>
              <p:cNvPr id="25" name="Vista general de diapositiva 24">
                <a:hlinkClick r:id="rId12" action="ppaction://hlinksldjump"/>
                <a:extLst>
                  <a:ext uri="{FF2B5EF4-FFF2-40B4-BE49-F238E27FC236}">
                    <a16:creationId xmlns:a16="http://schemas.microsoft.com/office/drawing/2014/main" id="{3DD946E1-4A49-766F-63DE-375DC80A90DF}"/>
                  </a:ext>
                </a:extLst>
              </p:cNvPr>
              <p:cNvPicPr>
                <a:picLocks noGrp="1" noRot="1" noChangeAspect="1" noMove="1" noResize="1" noEditPoints="1" noAdjustHandles="1" noChangeArrowheads="1" noChangeShapeType="1"/>
              </p:cNvPicPr>
              <p:nvPr/>
            </p:nvPicPr>
            <p:blipFill>
              <a:blip r:embed="rId11"/>
              <a:stretch>
                <a:fillRect/>
              </a:stretch>
            </p:blipFill>
            <p:spPr>
              <a:xfrm>
                <a:off x="27567890" y="1167228"/>
                <a:ext cx="7128848" cy="3600000"/>
              </a:xfrm>
              <a:prstGeom prst="rect">
                <a:avLst/>
              </a:prstGeom>
              <a:ln w="3175">
                <a:noFill/>
              </a:ln>
            </p:spPr>
          </p:pic>
        </mc:Fallback>
      </mc:AlternateContent>
      <mc:AlternateContent xmlns:mc="http://schemas.openxmlformats.org/markup-compatibility/2006">
        <mc:Choice xmlns:pslz="http://schemas.microsoft.com/office/powerpoint/2016/slidezoom" Requires="pslz">
          <p:graphicFrame>
            <p:nvGraphicFramePr>
              <p:cNvPr id="14" name="Vista general de diapositiva 13">
                <a:extLst>
                  <a:ext uri="{FF2B5EF4-FFF2-40B4-BE49-F238E27FC236}">
                    <a16:creationId xmlns:a16="http://schemas.microsoft.com/office/drawing/2014/main" id="{993A30AA-924D-7F88-B207-B862D94C39ED}"/>
                  </a:ext>
                </a:extLst>
              </p:cNvPr>
              <p:cNvGraphicFramePr>
                <a:graphicFrameLocks noChangeAspect="1"/>
              </p:cNvGraphicFramePr>
              <p:nvPr>
                <p:extLst>
                  <p:ext uri="{D42A27DB-BD31-4B8C-83A1-F6EECF244321}">
                    <p14:modId xmlns:p14="http://schemas.microsoft.com/office/powerpoint/2010/main" val="4012209"/>
                  </p:ext>
                </p:extLst>
              </p:nvPr>
            </p:nvGraphicFramePr>
            <p:xfrm>
              <a:off x="-5342200" y="1258244"/>
              <a:ext cx="6835200" cy="3844800"/>
            </p:xfrm>
            <a:graphic>
              <a:graphicData uri="http://schemas.microsoft.com/office/powerpoint/2016/slidezoom">
                <pslz:sldZm>
                  <pslz:sldZmObj sldId="266" cId="376645527">
                    <pslz:zmPr id="{33C655B4-6B9B-4C63-95D1-276C1C5392A4}" transitionDur="1000">
                      <p166:blipFill xmlns:p166="http://schemas.microsoft.com/office/powerpoint/2016/6/main">
                        <a:blip r:embed="rId13"/>
                        <a:stretch>
                          <a:fillRect/>
                        </a:stretch>
                      </p166:blipFill>
                      <p166:spPr xmlns:p166="http://schemas.microsoft.com/office/powerpoint/2016/6/main">
                        <a:xfrm>
                          <a:off x="0" y="0"/>
                          <a:ext cx="6835200" cy="3844800"/>
                        </a:xfrm>
                        <a:prstGeom prst="rect">
                          <a:avLst/>
                        </a:prstGeom>
                        <a:ln w="3175">
                          <a:solidFill>
                            <a:prstClr val="ltGray"/>
                          </a:solidFill>
                        </a:ln>
                      </p166:spPr>
                    </pslz:zmPr>
                  </pslz:sldZmObj>
                </pslz:sldZm>
              </a:graphicData>
            </a:graphic>
          </p:graphicFrame>
        </mc:Choice>
        <mc:Fallback>
          <p:pic>
            <p:nvPicPr>
              <p:cNvPr id="14" name="Vista general de diapositiva 13">
                <a:hlinkClick r:id="rId14" action="ppaction://hlinksldjump"/>
                <a:extLst>
                  <a:ext uri="{FF2B5EF4-FFF2-40B4-BE49-F238E27FC236}">
                    <a16:creationId xmlns:a16="http://schemas.microsoft.com/office/drawing/2014/main" id="{993A30AA-924D-7F88-B207-B862D94C39ED}"/>
                  </a:ext>
                </a:extLst>
              </p:cNvPr>
              <p:cNvPicPr>
                <a:picLocks noGrp="1" noRot="1" noChangeAspect="1" noMove="1" noResize="1" noEditPoints="1" noAdjustHandles="1" noChangeArrowheads="1" noChangeShapeType="1"/>
              </p:cNvPicPr>
              <p:nvPr/>
            </p:nvPicPr>
            <p:blipFill>
              <a:blip r:embed="rId13"/>
              <a:stretch>
                <a:fillRect/>
              </a:stretch>
            </p:blipFill>
            <p:spPr>
              <a:xfrm>
                <a:off x="-5342200" y="1258244"/>
                <a:ext cx="6835200" cy="38448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18" name="Vista general de diapositiva 17">
                <a:extLst>
                  <a:ext uri="{FF2B5EF4-FFF2-40B4-BE49-F238E27FC236}">
                    <a16:creationId xmlns:a16="http://schemas.microsoft.com/office/drawing/2014/main" id="{93BDB05A-1635-3F68-012B-B25BCF070C2E}"/>
                  </a:ext>
                </a:extLst>
              </p:cNvPr>
              <p:cNvGraphicFramePr>
                <a:graphicFrameLocks noChangeAspect="1"/>
              </p:cNvGraphicFramePr>
              <p:nvPr>
                <p:extLst>
                  <p:ext uri="{D42A27DB-BD31-4B8C-83A1-F6EECF244321}">
                    <p14:modId xmlns:p14="http://schemas.microsoft.com/office/powerpoint/2010/main" val="2938118595"/>
                  </p:ext>
                </p:extLst>
              </p:nvPr>
            </p:nvGraphicFramePr>
            <p:xfrm>
              <a:off x="-12935721" y="1258244"/>
              <a:ext cx="6835200" cy="3844800"/>
            </p:xfrm>
            <a:graphic>
              <a:graphicData uri="http://schemas.microsoft.com/office/powerpoint/2016/slidezoom">
                <pslz:sldZm>
                  <pslz:sldZmObj sldId="267" cId="2619889004">
                    <pslz:zmPr id="{FBAA0186-2B38-47B9-B08F-E9D9BFCCECD6}" transitionDur="1000">
                      <p166:blipFill xmlns:p166="http://schemas.microsoft.com/office/powerpoint/2016/6/main">
                        <a:blip r:embed="rId15"/>
                        <a:stretch>
                          <a:fillRect/>
                        </a:stretch>
                      </p166:blipFill>
                      <p166:spPr xmlns:p166="http://schemas.microsoft.com/office/powerpoint/2016/6/main">
                        <a:xfrm>
                          <a:off x="0" y="0"/>
                          <a:ext cx="6835200" cy="3844800"/>
                        </a:xfrm>
                        <a:prstGeom prst="rect">
                          <a:avLst/>
                        </a:prstGeom>
                        <a:ln w="3175">
                          <a:solidFill>
                            <a:prstClr val="ltGray"/>
                          </a:solidFill>
                        </a:ln>
                      </p166:spPr>
                    </pslz:zmPr>
                  </pslz:sldZmObj>
                </pslz:sldZm>
              </a:graphicData>
            </a:graphic>
          </p:graphicFrame>
        </mc:Choice>
        <mc:Fallback>
          <p:pic>
            <p:nvPicPr>
              <p:cNvPr id="18" name="Vista general de diapositiva 17">
                <a:hlinkClick r:id="rId16" action="ppaction://hlinksldjump"/>
                <a:extLst>
                  <a:ext uri="{FF2B5EF4-FFF2-40B4-BE49-F238E27FC236}">
                    <a16:creationId xmlns:a16="http://schemas.microsoft.com/office/drawing/2014/main" id="{93BDB05A-1635-3F68-012B-B25BCF070C2E}"/>
                  </a:ext>
                </a:extLst>
              </p:cNvPr>
              <p:cNvPicPr>
                <a:picLocks noGrp="1" noRot="1" noChangeAspect="1" noMove="1" noResize="1" noEditPoints="1" noAdjustHandles="1" noChangeArrowheads="1" noChangeShapeType="1"/>
              </p:cNvPicPr>
              <p:nvPr/>
            </p:nvPicPr>
            <p:blipFill>
              <a:blip r:embed="rId15"/>
              <a:stretch>
                <a:fillRect/>
              </a:stretch>
            </p:blipFill>
            <p:spPr>
              <a:xfrm>
                <a:off x="-12935721" y="1258244"/>
                <a:ext cx="6835200" cy="38448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22" name="Vista general de diapositiva 21">
                <a:extLst>
                  <a:ext uri="{FF2B5EF4-FFF2-40B4-BE49-F238E27FC236}">
                    <a16:creationId xmlns:a16="http://schemas.microsoft.com/office/drawing/2014/main" id="{ED342602-246C-211E-4A76-7B40A59331BC}"/>
                  </a:ext>
                </a:extLst>
              </p:cNvPr>
              <p:cNvGraphicFramePr>
                <a:graphicFrameLocks noChangeAspect="1"/>
              </p:cNvGraphicFramePr>
              <p:nvPr>
                <p:extLst>
                  <p:ext uri="{D42A27DB-BD31-4B8C-83A1-F6EECF244321}">
                    <p14:modId xmlns:p14="http://schemas.microsoft.com/office/powerpoint/2010/main" val="1031667142"/>
                  </p:ext>
                </p:extLst>
              </p:nvPr>
            </p:nvGraphicFramePr>
            <p:xfrm>
              <a:off x="-20522658" y="1258244"/>
              <a:ext cx="6835200" cy="3844800"/>
            </p:xfrm>
            <a:graphic>
              <a:graphicData uri="http://schemas.microsoft.com/office/powerpoint/2016/slidezoom">
                <pslz:sldZm>
                  <pslz:sldZmObj sldId="268" cId="3946122391">
                    <pslz:zmPr id="{54DA1DFE-1E73-4A07-97D2-9658D7E821C5}" transitionDur="1000">
                      <p166:blipFill xmlns:p166="http://schemas.microsoft.com/office/powerpoint/2016/6/main">
                        <a:blip r:embed="rId17"/>
                        <a:stretch>
                          <a:fillRect/>
                        </a:stretch>
                      </p166:blipFill>
                      <p166:spPr xmlns:p166="http://schemas.microsoft.com/office/powerpoint/2016/6/main">
                        <a:xfrm>
                          <a:off x="0" y="0"/>
                          <a:ext cx="6835200" cy="3844800"/>
                        </a:xfrm>
                        <a:prstGeom prst="rect">
                          <a:avLst/>
                        </a:prstGeom>
                        <a:ln w="3175">
                          <a:solidFill>
                            <a:prstClr val="ltGray"/>
                          </a:solidFill>
                        </a:ln>
                      </p166:spPr>
                    </pslz:zmPr>
                  </pslz:sldZmObj>
                </pslz:sldZm>
              </a:graphicData>
            </a:graphic>
          </p:graphicFrame>
        </mc:Choice>
        <mc:Fallback>
          <p:pic>
            <p:nvPicPr>
              <p:cNvPr id="22" name="Vista general de diapositiva 21">
                <a:hlinkClick r:id="rId18" action="ppaction://hlinksldjump"/>
                <a:extLst>
                  <a:ext uri="{FF2B5EF4-FFF2-40B4-BE49-F238E27FC236}">
                    <a16:creationId xmlns:a16="http://schemas.microsoft.com/office/drawing/2014/main" id="{ED342602-246C-211E-4A76-7B40A59331BC}"/>
                  </a:ext>
                </a:extLst>
              </p:cNvPr>
              <p:cNvPicPr>
                <a:picLocks noGrp="1" noRot="1" noChangeAspect="1" noMove="1" noResize="1" noEditPoints="1" noAdjustHandles="1" noChangeArrowheads="1" noChangeShapeType="1"/>
              </p:cNvPicPr>
              <p:nvPr/>
            </p:nvPicPr>
            <p:blipFill>
              <a:blip r:embed="rId17"/>
              <a:stretch>
                <a:fillRect/>
              </a:stretch>
            </p:blipFill>
            <p:spPr>
              <a:xfrm>
                <a:off x="-20522658" y="1258244"/>
                <a:ext cx="6835200" cy="38448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26" name="Vista general de diapositiva 25">
                <a:extLst>
                  <a:ext uri="{FF2B5EF4-FFF2-40B4-BE49-F238E27FC236}">
                    <a16:creationId xmlns:a16="http://schemas.microsoft.com/office/drawing/2014/main" id="{2B015CAD-1808-A97B-45AD-D923B0AE1980}"/>
                  </a:ext>
                </a:extLst>
              </p:cNvPr>
              <p:cNvGraphicFramePr>
                <a:graphicFrameLocks noChangeAspect="1"/>
              </p:cNvGraphicFramePr>
              <p:nvPr>
                <p:extLst>
                  <p:ext uri="{D42A27DB-BD31-4B8C-83A1-F6EECF244321}">
                    <p14:modId xmlns:p14="http://schemas.microsoft.com/office/powerpoint/2010/main" val="1937252726"/>
                  </p:ext>
                </p:extLst>
              </p:nvPr>
            </p:nvGraphicFramePr>
            <p:xfrm>
              <a:off x="-28012181" y="1083816"/>
              <a:ext cx="6835200" cy="3844800"/>
            </p:xfrm>
            <a:graphic>
              <a:graphicData uri="http://schemas.microsoft.com/office/powerpoint/2016/slidezoom">
                <pslz:sldZm>
                  <pslz:sldZmObj sldId="269" cId="1443209632">
                    <pslz:zmPr id="{016513C0-A436-4CFE-ABA1-DB78B6531D52}" transitionDur="1000">
                      <p166:blipFill xmlns:p166="http://schemas.microsoft.com/office/powerpoint/2016/6/main">
                        <a:blip r:embed="rId19"/>
                        <a:stretch>
                          <a:fillRect/>
                        </a:stretch>
                      </p166:blipFill>
                      <p166:spPr xmlns:p166="http://schemas.microsoft.com/office/powerpoint/2016/6/main">
                        <a:xfrm>
                          <a:off x="0" y="0"/>
                          <a:ext cx="6835200" cy="3844800"/>
                        </a:xfrm>
                        <a:prstGeom prst="rect">
                          <a:avLst/>
                        </a:prstGeom>
                        <a:ln w="3175">
                          <a:solidFill>
                            <a:prstClr val="ltGray"/>
                          </a:solidFill>
                        </a:ln>
                      </p166:spPr>
                    </pslz:zmPr>
                  </pslz:sldZmObj>
                </pslz:sldZm>
              </a:graphicData>
            </a:graphic>
          </p:graphicFrame>
        </mc:Choice>
        <mc:Fallback>
          <p:pic>
            <p:nvPicPr>
              <p:cNvPr id="26" name="Vista general de diapositiva 25">
                <a:hlinkClick r:id="rId20" action="ppaction://hlinksldjump"/>
                <a:extLst>
                  <a:ext uri="{FF2B5EF4-FFF2-40B4-BE49-F238E27FC236}">
                    <a16:creationId xmlns:a16="http://schemas.microsoft.com/office/drawing/2014/main" id="{2B015CAD-1808-A97B-45AD-D923B0AE1980}"/>
                  </a:ext>
                </a:extLst>
              </p:cNvPr>
              <p:cNvPicPr>
                <a:picLocks noGrp="1" noRot="1" noChangeAspect="1" noMove="1" noResize="1" noEditPoints="1" noAdjustHandles="1" noChangeArrowheads="1" noChangeShapeType="1"/>
              </p:cNvPicPr>
              <p:nvPr/>
            </p:nvPicPr>
            <p:blipFill>
              <a:blip r:embed="rId19"/>
              <a:stretch>
                <a:fillRect/>
              </a:stretch>
            </p:blipFill>
            <p:spPr>
              <a:xfrm>
                <a:off x="-28012181" y="1083816"/>
                <a:ext cx="6835200" cy="3844800"/>
              </a:xfrm>
              <a:prstGeom prst="rect">
                <a:avLst/>
              </a:prstGeom>
              <a:ln w="3175">
                <a:solidFill>
                  <a:prstClr val="ltGray"/>
                </a:solidFill>
              </a:ln>
            </p:spPr>
          </p:pic>
        </mc:Fallback>
      </mc:AlternateContent>
      <p:sp>
        <p:nvSpPr>
          <p:cNvPr id="2" name="Elipse 1">
            <a:extLst>
              <a:ext uri="{FF2B5EF4-FFF2-40B4-BE49-F238E27FC236}">
                <a16:creationId xmlns:a16="http://schemas.microsoft.com/office/drawing/2014/main" id="{572955D2-5CA0-2227-1623-6D32C94D414B}"/>
              </a:ext>
            </a:extLst>
          </p:cNvPr>
          <p:cNvSpPr/>
          <p:nvPr/>
        </p:nvSpPr>
        <p:spPr>
          <a:xfrm>
            <a:off x="10347536" y="30713"/>
            <a:ext cx="1706034" cy="1629664"/>
          </a:xfrm>
          <a:prstGeom prst="ellipse">
            <a:avLst/>
          </a:prstGeom>
          <a:gradFill>
            <a:gsLst>
              <a:gs pos="0">
                <a:schemeClr val="bg1"/>
              </a:gs>
              <a:gs pos="100000">
                <a:schemeClr val="accent5">
                  <a:lumMod val="95000"/>
                  <a:lumOff val="5000"/>
                </a:schemeClr>
              </a:gs>
            </a:gsLst>
            <a:path path="circle">
              <a:fillToRect l="50000" t="130000" r="50000" b="-30000"/>
            </a:path>
          </a:gradFill>
          <a:effectLst>
            <a:softEdge rad="4953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Tree>
    <p:extLst>
      <p:ext uri="{BB962C8B-B14F-4D97-AF65-F5344CB8AC3E}">
        <p14:creationId xmlns:p14="http://schemas.microsoft.com/office/powerpoint/2010/main" val="265201979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40000"/>
                <a:lumOff val="60000"/>
              </a:schemeClr>
            </a:gs>
            <a:gs pos="46000">
              <a:schemeClr val="accent5">
                <a:lumMod val="95000"/>
                <a:lumOff val="5000"/>
              </a:schemeClr>
            </a:gs>
            <a:gs pos="100000">
              <a:schemeClr val="tx1"/>
            </a:gs>
          </a:gsLst>
          <a:path path="circle">
            <a:fillToRect l="50000" t="130000" r="50000" b="-30000"/>
          </a:path>
          <a:tileRect/>
        </a:gradFill>
        <a:effectLst/>
      </p:bgPr>
    </p:bg>
    <p:spTree>
      <p:nvGrpSpPr>
        <p:cNvPr id="1" name="">
          <a:extLst>
            <a:ext uri="{FF2B5EF4-FFF2-40B4-BE49-F238E27FC236}">
              <a16:creationId xmlns:a16="http://schemas.microsoft.com/office/drawing/2014/main" id="{60344605-464C-7012-B31E-F2C2155C760C}"/>
            </a:ext>
          </a:extLst>
        </p:cNvPr>
        <p:cNvGrpSpPr/>
        <p:nvPr/>
      </p:nvGrpSpPr>
      <p:grpSpPr>
        <a:xfrm>
          <a:off x="0" y="0"/>
          <a:ext cx="0" cy="0"/>
          <a:chOff x="0" y="0"/>
          <a:chExt cx="0" cy="0"/>
        </a:xfrm>
      </p:grpSpPr>
      <p:sp>
        <p:nvSpPr>
          <p:cNvPr id="10" name="Rectángulo 9">
            <a:extLst>
              <a:ext uri="{FF2B5EF4-FFF2-40B4-BE49-F238E27FC236}">
                <a16:creationId xmlns:a16="http://schemas.microsoft.com/office/drawing/2014/main" id="{FB8352CC-BEA8-CC94-0430-2F1733A7FE6C}"/>
              </a:ext>
            </a:extLst>
          </p:cNvPr>
          <p:cNvSpPr/>
          <p:nvPr/>
        </p:nvSpPr>
        <p:spPr>
          <a:xfrm>
            <a:off x="2532888" y="1005840"/>
            <a:ext cx="7278624" cy="3922776"/>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1" name="CuadroTexto 10">
            <a:extLst>
              <a:ext uri="{FF2B5EF4-FFF2-40B4-BE49-F238E27FC236}">
                <a16:creationId xmlns:a16="http://schemas.microsoft.com/office/drawing/2014/main" id="{6DBD8F53-8E7F-B3EA-4881-D27E866FF16E}"/>
              </a:ext>
            </a:extLst>
          </p:cNvPr>
          <p:cNvSpPr txBox="1"/>
          <p:nvPr/>
        </p:nvSpPr>
        <p:spPr>
          <a:xfrm>
            <a:off x="213360" y="0"/>
            <a:ext cx="12100560" cy="830997"/>
          </a:xfrm>
          <a:prstGeom prst="rect">
            <a:avLst/>
          </a:prstGeom>
          <a:gradFill>
            <a:gsLst>
              <a:gs pos="0">
                <a:schemeClr val="accent5">
                  <a:lumMod val="40000"/>
                  <a:lumOff val="60000"/>
                </a:schemeClr>
              </a:gs>
              <a:gs pos="46000">
                <a:schemeClr val="accent5">
                  <a:lumMod val="95000"/>
                  <a:lumOff val="5000"/>
                </a:schemeClr>
              </a:gs>
              <a:gs pos="100000">
                <a:schemeClr val="tx1"/>
              </a:gs>
            </a:gsLst>
            <a:path path="circle">
              <a:fillToRect l="50000" t="130000" r="50000" b="-30000"/>
            </a:path>
          </a:gradFill>
        </p:spPr>
        <p:txBody>
          <a:bodyPr wrap="square" rtlCol="0">
            <a:spAutoFit/>
          </a:bodyPr>
          <a:lstStyle/>
          <a:p>
            <a:pPr algn="ctr"/>
            <a:r>
              <a:rPr lang="es-CO" sz="4800" dirty="0">
                <a:latin typeface="Arial Black" panose="020B0A04020102020204" pitchFamily="34" charset="0"/>
              </a:rPr>
              <a:t>INGENIERIA DE SOFTWARE</a:t>
            </a:r>
          </a:p>
        </p:txBody>
      </p:sp>
      <p:pic>
        <p:nvPicPr>
          <p:cNvPr id="9" name="Imagen 8">
            <a:extLst>
              <a:ext uri="{FF2B5EF4-FFF2-40B4-BE49-F238E27FC236}">
                <a16:creationId xmlns:a16="http://schemas.microsoft.com/office/drawing/2014/main" id="{A6883BA2-D4FA-7BE7-12BF-C4148710A3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2447" y="-1035702"/>
            <a:ext cx="9599506" cy="9112284"/>
          </a:xfrm>
          <a:prstGeom prst="rect">
            <a:avLst/>
          </a:prstGeom>
          <a:effectLst>
            <a:outerShdw blurRad="88900" dist="38100" dir="2700000" algn="tl" rotWithShape="0">
              <a:schemeClr val="bg1">
                <a:alpha val="40000"/>
              </a:schemeClr>
            </a:outerShdw>
          </a:effectLst>
        </p:spPr>
      </p:pic>
      <p:sp>
        <p:nvSpPr>
          <p:cNvPr id="12" name="Elipse 11">
            <a:extLst>
              <a:ext uri="{FF2B5EF4-FFF2-40B4-BE49-F238E27FC236}">
                <a16:creationId xmlns:a16="http://schemas.microsoft.com/office/drawing/2014/main" id="{40114759-BC71-88BC-36B5-98874E4D6131}"/>
              </a:ext>
            </a:extLst>
          </p:cNvPr>
          <p:cNvSpPr/>
          <p:nvPr/>
        </p:nvSpPr>
        <p:spPr>
          <a:xfrm>
            <a:off x="519430" y="-500934"/>
            <a:ext cx="1706034" cy="1629664"/>
          </a:xfrm>
          <a:prstGeom prst="ellipse">
            <a:avLst/>
          </a:prstGeom>
          <a:gradFill>
            <a:gsLst>
              <a:gs pos="0">
                <a:schemeClr val="bg1"/>
              </a:gs>
              <a:gs pos="100000">
                <a:schemeClr val="accent5">
                  <a:lumMod val="95000"/>
                  <a:lumOff val="5000"/>
                </a:schemeClr>
              </a:gs>
            </a:gsLst>
            <a:path path="circle">
              <a:fillToRect l="50000" t="130000" r="50000" b="-30000"/>
            </a:path>
          </a:gradFill>
          <a:effectLst>
            <a:softEdge rad="4953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3" name="Elipse 12">
            <a:extLst>
              <a:ext uri="{FF2B5EF4-FFF2-40B4-BE49-F238E27FC236}">
                <a16:creationId xmlns:a16="http://schemas.microsoft.com/office/drawing/2014/main" id="{333AD0B2-F3D6-0966-C18A-BFB609C9EBFC}"/>
              </a:ext>
            </a:extLst>
          </p:cNvPr>
          <p:cNvSpPr/>
          <p:nvPr/>
        </p:nvSpPr>
        <p:spPr>
          <a:xfrm>
            <a:off x="671830" y="-348534"/>
            <a:ext cx="1706034" cy="1629664"/>
          </a:xfrm>
          <a:prstGeom prst="ellipse">
            <a:avLst/>
          </a:prstGeom>
          <a:gradFill>
            <a:gsLst>
              <a:gs pos="0">
                <a:schemeClr val="bg1"/>
              </a:gs>
              <a:gs pos="100000">
                <a:schemeClr val="accent5">
                  <a:lumMod val="95000"/>
                  <a:lumOff val="5000"/>
                </a:schemeClr>
              </a:gs>
            </a:gsLst>
            <a:path path="circle">
              <a:fillToRect l="50000" t="130000" r="50000" b="-30000"/>
            </a:path>
          </a:gradFill>
          <a:effectLst>
            <a:softEdge rad="4953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mc:AlternateContent xmlns:mc="http://schemas.openxmlformats.org/markup-compatibility/2006">
        <mc:Choice xmlns:pslz="http://schemas.microsoft.com/office/powerpoint/2016/slidezoom" Requires="pslz">
          <p:graphicFrame>
            <p:nvGraphicFramePr>
              <p:cNvPr id="23" name="Vista general de diapositiva 22">
                <a:extLst>
                  <a:ext uri="{FF2B5EF4-FFF2-40B4-BE49-F238E27FC236}">
                    <a16:creationId xmlns:a16="http://schemas.microsoft.com/office/drawing/2014/main" id="{D69D0663-540C-E410-127E-1CC6BC430947}"/>
                  </a:ext>
                </a:extLst>
              </p:cNvPr>
              <p:cNvGraphicFramePr>
                <a:graphicFrameLocks noChangeAspect="1"/>
              </p:cNvGraphicFramePr>
              <p:nvPr>
                <p:extLst>
                  <p:ext uri="{D42A27DB-BD31-4B8C-83A1-F6EECF244321}">
                    <p14:modId xmlns:p14="http://schemas.microsoft.com/office/powerpoint/2010/main" val="2148504835"/>
                  </p:ext>
                </p:extLst>
              </p:nvPr>
            </p:nvGraphicFramePr>
            <p:xfrm>
              <a:off x="43982254" y="1062693"/>
              <a:ext cx="7084290" cy="3826878"/>
            </p:xfrm>
            <a:graphic>
              <a:graphicData uri="http://schemas.microsoft.com/office/powerpoint/2016/slidezoom">
                <pslz:sldZm>
                  <pslz:sldZmObj sldId="261" cId="1830263750">
                    <pslz:zmPr id="{6ABD74FE-FA56-4D23-BBE7-29DEFCE47603}" transitionDur="1000">
                      <p166:blipFill xmlns:p166="http://schemas.microsoft.com/office/powerpoint/2016/6/main">
                        <a:blip r:embed="rId3"/>
                        <a:stretch>
                          <a:fillRect/>
                        </a:stretch>
                      </p166:blipFill>
                      <p166:spPr xmlns:p166="http://schemas.microsoft.com/office/powerpoint/2016/6/main">
                        <a:xfrm>
                          <a:off x="0" y="0"/>
                          <a:ext cx="7084290" cy="3826878"/>
                        </a:xfrm>
                        <a:prstGeom prst="rect">
                          <a:avLst/>
                        </a:prstGeom>
                        <a:ln w="3175">
                          <a:noFill/>
                        </a:ln>
                      </p166:spPr>
                    </pslz:zmPr>
                  </pslz:sldZmObj>
                </pslz:sldZm>
              </a:graphicData>
            </a:graphic>
          </p:graphicFrame>
        </mc:Choice>
        <mc:Fallback>
          <p:pic>
            <p:nvPicPr>
              <p:cNvPr id="23" name="Vista general de diapositiva 22">
                <a:hlinkClick r:id="rId4" action="ppaction://hlinksldjump"/>
                <a:extLst>
                  <a:ext uri="{FF2B5EF4-FFF2-40B4-BE49-F238E27FC236}">
                    <a16:creationId xmlns:a16="http://schemas.microsoft.com/office/drawing/2014/main" id="{D69D0663-540C-E410-127E-1CC6BC430947}"/>
                  </a:ext>
                </a:extLst>
              </p:cNvPr>
              <p:cNvPicPr>
                <a:picLocks noGrp="1" noRot="1" noChangeAspect="1" noMove="1" noResize="1" noEditPoints="1" noAdjustHandles="1" noChangeArrowheads="1" noChangeShapeType="1"/>
              </p:cNvPicPr>
              <p:nvPr/>
            </p:nvPicPr>
            <p:blipFill>
              <a:blip r:embed="rId3"/>
              <a:stretch>
                <a:fillRect/>
              </a:stretch>
            </p:blipFill>
            <p:spPr>
              <a:xfrm>
                <a:off x="43982254" y="1062693"/>
                <a:ext cx="7084290" cy="3826878"/>
              </a:xfrm>
              <a:prstGeom prst="rect">
                <a:avLst/>
              </a:prstGeom>
              <a:ln w="3175">
                <a:noFill/>
              </a:ln>
            </p:spPr>
          </p:pic>
        </mc:Fallback>
      </mc:AlternateContent>
      <mc:AlternateContent xmlns:mc="http://schemas.openxmlformats.org/markup-compatibility/2006">
        <mc:Choice xmlns:pslz="http://schemas.microsoft.com/office/powerpoint/2016/slidezoom" Requires="pslz">
          <p:graphicFrame>
            <p:nvGraphicFramePr>
              <p:cNvPr id="3" name="Vista general de diapositiva 2">
                <a:extLst>
                  <a:ext uri="{FF2B5EF4-FFF2-40B4-BE49-F238E27FC236}">
                    <a16:creationId xmlns:a16="http://schemas.microsoft.com/office/drawing/2014/main" id="{A234A872-5D2A-CE27-6995-D27230EE8995}"/>
                  </a:ext>
                </a:extLst>
              </p:cNvPr>
              <p:cNvGraphicFramePr>
                <a:graphicFrameLocks noChangeAspect="1"/>
              </p:cNvGraphicFramePr>
              <p:nvPr>
                <p:extLst>
                  <p:ext uri="{D42A27DB-BD31-4B8C-83A1-F6EECF244321}">
                    <p14:modId xmlns:p14="http://schemas.microsoft.com/office/powerpoint/2010/main" val="3371265730"/>
                  </p:ext>
                </p:extLst>
              </p:nvPr>
            </p:nvGraphicFramePr>
            <p:xfrm>
              <a:off x="28070810" y="1117845"/>
              <a:ext cx="7084800" cy="3985199"/>
            </p:xfrm>
            <a:graphic>
              <a:graphicData uri="http://schemas.microsoft.com/office/powerpoint/2016/slidezoom">
                <pslz:sldZm>
                  <pslz:sldZmObj sldId="263" cId="1853309051">
                    <pslz:zmPr id="{3D69B49B-25D4-4F5A-AB3E-C400CE78D672}" transitionDur="1000">
                      <p166:blipFill xmlns:p166="http://schemas.microsoft.com/office/powerpoint/2016/6/main">
                        <a:blip r:embed="rId5"/>
                        <a:stretch>
                          <a:fillRect/>
                        </a:stretch>
                      </p166:blipFill>
                      <p166:spPr xmlns:p166="http://schemas.microsoft.com/office/powerpoint/2016/6/main">
                        <a:xfrm>
                          <a:off x="0" y="0"/>
                          <a:ext cx="7084800" cy="3985199"/>
                        </a:xfrm>
                        <a:prstGeom prst="rect">
                          <a:avLst/>
                        </a:prstGeom>
                        <a:ln w="3175">
                          <a:solidFill>
                            <a:prstClr val="ltGray"/>
                          </a:solidFill>
                        </a:ln>
                      </p166:spPr>
                    </pslz:zmPr>
                  </pslz:sldZmObj>
                </pslz:sldZm>
              </a:graphicData>
            </a:graphic>
          </p:graphicFrame>
        </mc:Choice>
        <mc:Fallback>
          <p:pic>
            <p:nvPicPr>
              <p:cNvPr id="3" name="Vista general de diapositiva 2">
                <a:hlinkClick r:id="rId6" action="ppaction://hlinksldjump"/>
                <a:extLst>
                  <a:ext uri="{FF2B5EF4-FFF2-40B4-BE49-F238E27FC236}">
                    <a16:creationId xmlns:a16="http://schemas.microsoft.com/office/drawing/2014/main" id="{A234A872-5D2A-CE27-6995-D27230EE8995}"/>
                  </a:ext>
                </a:extLst>
              </p:cNvPr>
              <p:cNvPicPr>
                <a:picLocks noGrp="1" noRot="1" noChangeAspect="1" noMove="1" noResize="1" noEditPoints="1" noAdjustHandles="1" noChangeArrowheads="1" noChangeShapeType="1"/>
              </p:cNvPicPr>
              <p:nvPr/>
            </p:nvPicPr>
            <p:blipFill>
              <a:blip r:embed="rId5"/>
              <a:stretch>
                <a:fillRect/>
              </a:stretch>
            </p:blipFill>
            <p:spPr>
              <a:xfrm>
                <a:off x="28070810" y="1117845"/>
                <a:ext cx="7084800" cy="3985199"/>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5" name="Vista general de diapositiva 4">
                <a:extLst>
                  <a:ext uri="{FF2B5EF4-FFF2-40B4-BE49-F238E27FC236}">
                    <a16:creationId xmlns:a16="http://schemas.microsoft.com/office/drawing/2014/main" id="{A4129C75-16BF-2344-A398-57A972C5B25F}"/>
                  </a:ext>
                </a:extLst>
              </p:cNvPr>
              <p:cNvGraphicFramePr>
                <a:graphicFrameLocks noChangeAspect="1"/>
              </p:cNvGraphicFramePr>
              <p:nvPr>
                <p:extLst>
                  <p:ext uri="{D42A27DB-BD31-4B8C-83A1-F6EECF244321}">
                    <p14:modId xmlns:p14="http://schemas.microsoft.com/office/powerpoint/2010/main" val="4080346189"/>
                  </p:ext>
                </p:extLst>
              </p:nvPr>
            </p:nvGraphicFramePr>
            <p:xfrm>
              <a:off x="19080904" y="1083816"/>
              <a:ext cx="7210783" cy="3844800"/>
            </p:xfrm>
            <a:graphic>
              <a:graphicData uri="http://schemas.microsoft.com/office/powerpoint/2016/slidezoom">
                <pslz:sldZm>
                  <pslz:sldZmObj sldId="264" cId="1206705849">
                    <pslz:zmPr id="{F5C2E68D-B240-43B0-8C41-907D0C005983}" transitionDur="1000">
                      <p166:blipFill xmlns:p166="http://schemas.microsoft.com/office/powerpoint/2016/6/main">
                        <a:blip r:embed="rId7"/>
                        <a:stretch>
                          <a:fillRect/>
                        </a:stretch>
                      </p166:blipFill>
                      <p166:spPr xmlns:p166="http://schemas.microsoft.com/office/powerpoint/2016/6/main">
                        <a:xfrm>
                          <a:off x="0" y="0"/>
                          <a:ext cx="7210783" cy="3844800"/>
                        </a:xfrm>
                        <a:prstGeom prst="rect">
                          <a:avLst/>
                        </a:prstGeom>
                        <a:ln w="3175">
                          <a:solidFill>
                            <a:prstClr val="ltGray"/>
                          </a:solidFill>
                        </a:ln>
                      </p166:spPr>
                    </pslz:zmPr>
                  </pslz:sldZmObj>
                </pslz:sldZm>
              </a:graphicData>
            </a:graphic>
          </p:graphicFrame>
        </mc:Choice>
        <mc:Fallback>
          <p:pic>
            <p:nvPicPr>
              <p:cNvPr id="5" name="Vista general de diapositiva 4">
                <a:hlinkClick r:id="rId8" action="ppaction://hlinksldjump"/>
                <a:extLst>
                  <a:ext uri="{FF2B5EF4-FFF2-40B4-BE49-F238E27FC236}">
                    <a16:creationId xmlns:a16="http://schemas.microsoft.com/office/drawing/2014/main" id="{A4129C75-16BF-2344-A398-57A972C5B25F}"/>
                  </a:ext>
                </a:extLst>
              </p:cNvPr>
              <p:cNvPicPr>
                <a:picLocks noGrp="1" noRot="1" noChangeAspect="1" noMove="1" noResize="1" noEditPoints="1" noAdjustHandles="1" noChangeArrowheads="1" noChangeShapeType="1"/>
              </p:cNvPicPr>
              <p:nvPr/>
            </p:nvPicPr>
            <p:blipFill>
              <a:blip r:embed="rId7"/>
              <a:stretch>
                <a:fillRect/>
              </a:stretch>
            </p:blipFill>
            <p:spPr>
              <a:xfrm>
                <a:off x="19080904" y="1083816"/>
                <a:ext cx="7210783" cy="38448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7" name="Vista general de diapositiva 6">
                <a:extLst>
                  <a:ext uri="{FF2B5EF4-FFF2-40B4-BE49-F238E27FC236}">
                    <a16:creationId xmlns:a16="http://schemas.microsoft.com/office/drawing/2014/main" id="{5EAD040C-F4A9-7003-E3A5-D1FA958ED9EF}"/>
                  </a:ext>
                </a:extLst>
              </p:cNvPr>
              <p:cNvGraphicFramePr>
                <a:graphicFrameLocks noChangeAspect="1"/>
              </p:cNvGraphicFramePr>
              <p:nvPr>
                <p:extLst>
                  <p:ext uri="{D42A27DB-BD31-4B8C-83A1-F6EECF244321}">
                    <p14:modId xmlns:p14="http://schemas.microsoft.com/office/powerpoint/2010/main" val="3071574726"/>
                  </p:ext>
                </p:extLst>
              </p:nvPr>
            </p:nvGraphicFramePr>
            <p:xfrm>
              <a:off x="10801376" y="1062693"/>
              <a:ext cx="7155032" cy="3844800"/>
            </p:xfrm>
            <a:graphic>
              <a:graphicData uri="http://schemas.microsoft.com/office/powerpoint/2016/slidezoom">
                <pslz:sldZm>
                  <pslz:sldZmObj sldId="265" cId="73077636">
                    <pslz:zmPr id="{8324F6C1-5CC3-4576-AFE0-E4F092E2C248}" transitionDur="1000">
                      <p166:blipFill xmlns:p166="http://schemas.microsoft.com/office/powerpoint/2016/6/main">
                        <a:blip r:embed="rId9"/>
                        <a:stretch>
                          <a:fillRect/>
                        </a:stretch>
                      </p166:blipFill>
                      <p166:spPr xmlns:p166="http://schemas.microsoft.com/office/powerpoint/2016/6/main">
                        <a:xfrm>
                          <a:off x="0" y="0"/>
                          <a:ext cx="7155032" cy="3844800"/>
                        </a:xfrm>
                        <a:prstGeom prst="rect">
                          <a:avLst/>
                        </a:prstGeom>
                        <a:ln w="3175">
                          <a:solidFill>
                            <a:prstClr val="ltGray"/>
                          </a:solidFill>
                        </a:ln>
                      </p166:spPr>
                    </pslz:zmPr>
                  </pslz:sldZmObj>
                </pslz:sldZm>
              </a:graphicData>
            </a:graphic>
          </p:graphicFrame>
        </mc:Choice>
        <mc:Fallback>
          <p:pic>
            <p:nvPicPr>
              <p:cNvPr id="7" name="Vista general de diapositiva 6">
                <a:hlinkClick r:id="rId10" action="ppaction://hlinksldjump"/>
                <a:extLst>
                  <a:ext uri="{FF2B5EF4-FFF2-40B4-BE49-F238E27FC236}">
                    <a16:creationId xmlns:a16="http://schemas.microsoft.com/office/drawing/2014/main" id="{5EAD040C-F4A9-7003-E3A5-D1FA958ED9EF}"/>
                  </a:ext>
                </a:extLst>
              </p:cNvPr>
              <p:cNvPicPr>
                <a:picLocks noGrp="1" noRot="1" noChangeAspect="1" noMove="1" noResize="1" noEditPoints="1" noAdjustHandles="1" noChangeArrowheads="1" noChangeShapeType="1"/>
              </p:cNvPicPr>
              <p:nvPr/>
            </p:nvPicPr>
            <p:blipFill>
              <a:blip r:embed="rId9"/>
              <a:stretch>
                <a:fillRect/>
              </a:stretch>
            </p:blipFill>
            <p:spPr>
              <a:xfrm>
                <a:off x="10801376" y="1062693"/>
                <a:ext cx="7155032" cy="38448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14" name="Vista general de diapositiva 13">
                <a:extLst>
                  <a:ext uri="{FF2B5EF4-FFF2-40B4-BE49-F238E27FC236}">
                    <a16:creationId xmlns:a16="http://schemas.microsoft.com/office/drawing/2014/main" id="{78D5005F-CF63-8AD3-2E0E-8FF083F44F7D}"/>
                  </a:ext>
                </a:extLst>
              </p:cNvPr>
              <p:cNvGraphicFramePr>
                <a:graphicFrameLocks noChangeAspect="1"/>
              </p:cNvGraphicFramePr>
              <p:nvPr>
                <p:extLst>
                  <p:ext uri="{D42A27DB-BD31-4B8C-83A1-F6EECF244321}">
                    <p14:modId xmlns:p14="http://schemas.microsoft.com/office/powerpoint/2010/main" val="4190462597"/>
                  </p:ext>
                </p:extLst>
              </p:nvPr>
            </p:nvGraphicFramePr>
            <p:xfrm>
              <a:off x="2651289" y="1083816"/>
              <a:ext cx="7025591" cy="3844800"/>
            </p:xfrm>
            <a:graphic>
              <a:graphicData uri="http://schemas.microsoft.com/office/powerpoint/2016/slidezoom">
                <pslz:sldZm>
                  <pslz:sldZmObj sldId="266" cId="376645527">
                    <pslz:zmPr id="{33C655B4-6B9B-4C63-95D1-276C1C5392A4}" transitionDur="1000">
                      <p166:blipFill xmlns:p166="http://schemas.microsoft.com/office/powerpoint/2016/6/main">
                        <a:blip r:embed="rId11"/>
                        <a:stretch>
                          <a:fillRect/>
                        </a:stretch>
                      </p166:blipFill>
                      <p166:spPr xmlns:p166="http://schemas.microsoft.com/office/powerpoint/2016/6/main">
                        <a:xfrm>
                          <a:off x="0" y="0"/>
                          <a:ext cx="7025591" cy="3844800"/>
                        </a:xfrm>
                        <a:prstGeom prst="rect">
                          <a:avLst/>
                        </a:prstGeom>
                        <a:ln w="3175">
                          <a:solidFill>
                            <a:prstClr val="ltGray"/>
                          </a:solidFill>
                        </a:ln>
                      </p166:spPr>
                    </pslz:zmPr>
                  </pslz:sldZmObj>
                </pslz:sldZm>
              </a:graphicData>
            </a:graphic>
          </p:graphicFrame>
        </mc:Choice>
        <mc:Fallback>
          <p:pic>
            <p:nvPicPr>
              <p:cNvPr id="14" name="Vista general de diapositiva 13">
                <a:hlinkClick r:id="rId12" action="ppaction://hlinksldjump"/>
                <a:extLst>
                  <a:ext uri="{FF2B5EF4-FFF2-40B4-BE49-F238E27FC236}">
                    <a16:creationId xmlns:a16="http://schemas.microsoft.com/office/drawing/2014/main" id="{78D5005F-CF63-8AD3-2E0E-8FF083F44F7D}"/>
                  </a:ext>
                </a:extLst>
              </p:cNvPr>
              <p:cNvPicPr>
                <a:picLocks noGrp="1" noRot="1" noChangeAspect="1" noMove="1" noResize="1" noEditPoints="1" noAdjustHandles="1" noChangeArrowheads="1" noChangeShapeType="1"/>
              </p:cNvPicPr>
              <p:nvPr/>
            </p:nvPicPr>
            <p:blipFill>
              <a:blip r:embed="rId11"/>
              <a:stretch>
                <a:fillRect/>
              </a:stretch>
            </p:blipFill>
            <p:spPr>
              <a:xfrm>
                <a:off x="2651289" y="1083816"/>
                <a:ext cx="7025591" cy="38448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25" name="Vista general de diapositiva 24">
                <a:extLst>
                  <a:ext uri="{FF2B5EF4-FFF2-40B4-BE49-F238E27FC236}">
                    <a16:creationId xmlns:a16="http://schemas.microsoft.com/office/drawing/2014/main" id="{5C380041-CB20-D333-A734-20D108A30755}"/>
                  </a:ext>
                </a:extLst>
              </p:cNvPr>
              <p:cNvGraphicFramePr>
                <a:graphicFrameLocks noChangeAspect="1"/>
              </p:cNvGraphicFramePr>
              <p:nvPr>
                <p:extLst>
                  <p:ext uri="{D42A27DB-BD31-4B8C-83A1-F6EECF244321}">
                    <p14:modId xmlns:p14="http://schemas.microsoft.com/office/powerpoint/2010/main" val="3035579626"/>
                  </p:ext>
                </p:extLst>
              </p:nvPr>
            </p:nvGraphicFramePr>
            <p:xfrm>
              <a:off x="35751770" y="1167228"/>
              <a:ext cx="7128848" cy="3600000"/>
            </p:xfrm>
            <a:graphic>
              <a:graphicData uri="http://schemas.microsoft.com/office/powerpoint/2016/slidezoom">
                <pslz:sldZm>
                  <pslz:sldZmObj sldId="262" cId="1631579452">
                    <pslz:zmPr id="{50F900E6-6132-4920-84DB-1CD721E6AC69}" transitionDur="1000">
                      <p166:blipFill xmlns:p166="http://schemas.microsoft.com/office/powerpoint/2016/6/main">
                        <a:blip r:embed="rId13"/>
                        <a:stretch>
                          <a:fillRect/>
                        </a:stretch>
                      </p166:blipFill>
                      <p166:spPr xmlns:p166="http://schemas.microsoft.com/office/powerpoint/2016/6/main">
                        <a:xfrm>
                          <a:off x="0" y="0"/>
                          <a:ext cx="7128848" cy="3600000"/>
                        </a:xfrm>
                        <a:prstGeom prst="rect">
                          <a:avLst/>
                        </a:prstGeom>
                        <a:ln w="3175">
                          <a:noFill/>
                        </a:ln>
                      </p166:spPr>
                    </pslz:zmPr>
                  </pslz:sldZmObj>
                </pslz:sldZm>
              </a:graphicData>
            </a:graphic>
          </p:graphicFrame>
        </mc:Choice>
        <mc:Fallback>
          <p:pic>
            <p:nvPicPr>
              <p:cNvPr id="25" name="Vista general de diapositiva 24">
                <a:hlinkClick r:id="rId14" action="ppaction://hlinksldjump"/>
                <a:extLst>
                  <a:ext uri="{FF2B5EF4-FFF2-40B4-BE49-F238E27FC236}">
                    <a16:creationId xmlns:a16="http://schemas.microsoft.com/office/drawing/2014/main" id="{5C380041-CB20-D333-A734-20D108A30755}"/>
                  </a:ext>
                </a:extLst>
              </p:cNvPr>
              <p:cNvPicPr>
                <a:picLocks noGrp="1" noRot="1" noChangeAspect="1" noMove="1" noResize="1" noEditPoints="1" noAdjustHandles="1" noChangeArrowheads="1" noChangeShapeType="1"/>
              </p:cNvPicPr>
              <p:nvPr/>
            </p:nvPicPr>
            <p:blipFill>
              <a:blip r:embed="rId13"/>
              <a:stretch>
                <a:fillRect/>
              </a:stretch>
            </p:blipFill>
            <p:spPr>
              <a:xfrm>
                <a:off x="35751770" y="1167228"/>
                <a:ext cx="7128848" cy="3600000"/>
              </a:xfrm>
              <a:prstGeom prst="rect">
                <a:avLst/>
              </a:prstGeom>
              <a:ln w="3175">
                <a:noFill/>
              </a:ln>
            </p:spPr>
          </p:pic>
        </mc:Fallback>
      </mc:AlternateContent>
      <mc:AlternateContent xmlns:mc="http://schemas.openxmlformats.org/markup-compatibility/2006">
        <mc:Choice xmlns:pslz="http://schemas.microsoft.com/office/powerpoint/2016/slidezoom" Requires="pslz">
          <p:graphicFrame>
            <p:nvGraphicFramePr>
              <p:cNvPr id="18" name="Vista general de diapositiva 17">
                <a:extLst>
                  <a:ext uri="{FF2B5EF4-FFF2-40B4-BE49-F238E27FC236}">
                    <a16:creationId xmlns:a16="http://schemas.microsoft.com/office/drawing/2014/main" id="{01048DF1-7BFB-E1A4-9EA1-5803AC1AA85B}"/>
                  </a:ext>
                </a:extLst>
              </p:cNvPr>
              <p:cNvGraphicFramePr>
                <a:graphicFrameLocks noChangeAspect="1"/>
              </p:cNvGraphicFramePr>
              <p:nvPr>
                <p:extLst>
                  <p:ext uri="{D42A27DB-BD31-4B8C-83A1-F6EECF244321}">
                    <p14:modId xmlns:p14="http://schemas.microsoft.com/office/powerpoint/2010/main" val="123450196"/>
                  </p:ext>
                </p:extLst>
              </p:nvPr>
            </p:nvGraphicFramePr>
            <p:xfrm>
              <a:off x="-5036928" y="1258244"/>
              <a:ext cx="6835200" cy="3844800"/>
            </p:xfrm>
            <a:graphic>
              <a:graphicData uri="http://schemas.microsoft.com/office/powerpoint/2016/slidezoom">
                <pslz:sldZm>
                  <pslz:sldZmObj sldId="267" cId="2619889004">
                    <pslz:zmPr id="{FBAA0186-2B38-47B9-B08F-E9D9BFCCECD6}" transitionDur="1000">
                      <p166:blipFill xmlns:p166="http://schemas.microsoft.com/office/powerpoint/2016/6/main">
                        <a:blip r:embed="rId15"/>
                        <a:stretch>
                          <a:fillRect/>
                        </a:stretch>
                      </p166:blipFill>
                      <p166:spPr xmlns:p166="http://schemas.microsoft.com/office/powerpoint/2016/6/main">
                        <a:xfrm>
                          <a:off x="0" y="0"/>
                          <a:ext cx="6835200" cy="3844800"/>
                        </a:xfrm>
                        <a:prstGeom prst="rect">
                          <a:avLst/>
                        </a:prstGeom>
                        <a:ln w="3175">
                          <a:solidFill>
                            <a:prstClr val="ltGray"/>
                          </a:solidFill>
                        </a:ln>
                      </p166:spPr>
                    </pslz:zmPr>
                  </pslz:sldZmObj>
                </pslz:sldZm>
              </a:graphicData>
            </a:graphic>
          </p:graphicFrame>
        </mc:Choice>
        <mc:Fallback>
          <p:pic>
            <p:nvPicPr>
              <p:cNvPr id="18" name="Vista general de diapositiva 17">
                <a:hlinkClick r:id="rId16" action="ppaction://hlinksldjump"/>
                <a:extLst>
                  <a:ext uri="{FF2B5EF4-FFF2-40B4-BE49-F238E27FC236}">
                    <a16:creationId xmlns:a16="http://schemas.microsoft.com/office/drawing/2014/main" id="{01048DF1-7BFB-E1A4-9EA1-5803AC1AA85B}"/>
                  </a:ext>
                </a:extLst>
              </p:cNvPr>
              <p:cNvPicPr>
                <a:picLocks noGrp="1" noRot="1" noChangeAspect="1" noMove="1" noResize="1" noEditPoints="1" noAdjustHandles="1" noChangeArrowheads="1" noChangeShapeType="1"/>
              </p:cNvPicPr>
              <p:nvPr/>
            </p:nvPicPr>
            <p:blipFill>
              <a:blip r:embed="rId15"/>
              <a:stretch>
                <a:fillRect/>
              </a:stretch>
            </p:blipFill>
            <p:spPr>
              <a:xfrm>
                <a:off x="-5036928" y="1258244"/>
                <a:ext cx="6835200" cy="38448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22" name="Vista general de diapositiva 21">
                <a:extLst>
                  <a:ext uri="{FF2B5EF4-FFF2-40B4-BE49-F238E27FC236}">
                    <a16:creationId xmlns:a16="http://schemas.microsoft.com/office/drawing/2014/main" id="{D58342A6-3433-6981-7B5D-0E3E69BDE136}"/>
                  </a:ext>
                </a:extLst>
              </p:cNvPr>
              <p:cNvGraphicFramePr>
                <a:graphicFrameLocks noChangeAspect="1"/>
              </p:cNvGraphicFramePr>
              <p:nvPr>
                <p:extLst>
                  <p:ext uri="{D42A27DB-BD31-4B8C-83A1-F6EECF244321}">
                    <p14:modId xmlns:p14="http://schemas.microsoft.com/office/powerpoint/2010/main" val="3220841555"/>
                  </p:ext>
                </p:extLst>
              </p:nvPr>
            </p:nvGraphicFramePr>
            <p:xfrm>
              <a:off x="-12338778" y="1258244"/>
              <a:ext cx="6835200" cy="3844800"/>
            </p:xfrm>
            <a:graphic>
              <a:graphicData uri="http://schemas.microsoft.com/office/powerpoint/2016/slidezoom">
                <pslz:sldZm>
                  <pslz:sldZmObj sldId="268" cId="3946122391">
                    <pslz:zmPr id="{54DA1DFE-1E73-4A07-97D2-9658D7E821C5}" transitionDur="1000">
                      <p166:blipFill xmlns:p166="http://schemas.microsoft.com/office/powerpoint/2016/6/main">
                        <a:blip r:embed="rId17"/>
                        <a:stretch>
                          <a:fillRect/>
                        </a:stretch>
                      </p166:blipFill>
                      <p166:spPr xmlns:p166="http://schemas.microsoft.com/office/powerpoint/2016/6/main">
                        <a:xfrm>
                          <a:off x="0" y="0"/>
                          <a:ext cx="6835200" cy="3844800"/>
                        </a:xfrm>
                        <a:prstGeom prst="rect">
                          <a:avLst/>
                        </a:prstGeom>
                        <a:ln w="3175">
                          <a:solidFill>
                            <a:prstClr val="ltGray"/>
                          </a:solidFill>
                        </a:ln>
                      </p166:spPr>
                    </pslz:zmPr>
                  </pslz:sldZmObj>
                </pslz:sldZm>
              </a:graphicData>
            </a:graphic>
          </p:graphicFrame>
        </mc:Choice>
        <mc:Fallback>
          <p:pic>
            <p:nvPicPr>
              <p:cNvPr id="22" name="Vista general de diapositiva 21">
                <a:hlinkClick r:id="rId18" action="ppaction://hlinksldjump"/>
                <a:extLst>
                  <a:ext uri="{FF2B5EF4-FFF2-40B4-BE49-F238E27FC236}">
                    <a16:creationId xmlns:a16="http://schemas.microsoft.com/office/drawing/2014/main" id="{D58342A6-3433-6981-7B5D-0E3E69BDE136}"/>
                  </a:ext>
                </a:extLst>
              </p:cNvPr>
              <p:cNvPicPr>
                <a:picLocks noGrp="1" noRot="1" noChangeAspect="1" noMove="1" noResize="1" noEditPoints="1" noAdjustHandles="1" noChangeArrowheads="1" noChangeShapeType="1"/>
              </p:cNvPicPr>
              <p:nvPr/>
            </p:nvPicPr>
            <p:blipFill>
              <a:blip r:embed="rId17"/>
              <a:stretch>
                <a:fillRect/>
              </a:stretch>
            </p:blipFill>
            <p:spPr>
              <a:xfrm>
                <a:off x="-12338778" y="1258244"/>
                <a:ext cx="6835200" cy="38448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26" name="Vista general de diapositiva 25">
                <a:extLst>
                  <a:ext uri="{FF2B5EF4-FFF2-40B4-BE49-F238E27FC236}">
                    <a16:creationId xmlns:a16="http://schemas.microsoft.com/office/drawing/2014/main" id="{219E2F0B-98FF-9EFD-2F4C-BAF01E7A6137}"/>
                  </a:ext>
                </a:extLst>
              </p:cNvPr>
              <p:cNvGraphicFramePr>
                <a:graphicFrameLocks noChangeAspect="1"/>
              </p:cNvGraphicFramePr>
              <p:nvPr>
                <p:extLst>
                  <p:ext uri="{D42A27DB-BD31-4B8C-83A1-F6EECF244321}">
                    <p14:modId xmlns:p14="http://schemas.microsoft.com/office/powerpoint/2010/main" val="1080319912"/>
                  </p:ext>
                </p:extLst>
              </p:nvPr>
            </p:nvGraphicFramePr>
            <p:xfrm>
              <a:off x="-19828301" y="1083816"/>
              <a:ext cx="6835200" cy="3844800"/>
            </p:xfrm>
            <a:graphic>
              <a:graphicData uri="http://schemas.microsoft.com/office/powerpoint/2016/slidezoom">
                <pslz:sldZm>
                  <pslz:sldZmObj sldId="269" cId="1443209632">
                    <pslz:zmPr id="{016513C0-A436-4CFE-ABA1-DB78B6531D52}" transitionDur="1000">
                      <p166:blipFill xmlns:p166="http://schemas.microsoft.com/office/powerpoint/2016/6/main">
                        <a:blip r:embed="rId19"/>
                        <a:stretch>
                          <a:fillRect/>
                        </a:stretch>
                      </p166:blipFill>
                      <p166:spPr xmlns:p166="http://schemas.microsoft.com/office/powerpoint/2016/6/main">
                        <a:xfrm>
                          <a:off x="0" y="0"/>
                          <a:ext cx="6835200" cy="3844800"/>
                        </a:xfrm>
                        <a:prstGeom prst="rect">
                          <a:avLst/>
                        </a:prstGeom>
                        <a:ln w="3175">
                          <a:solidFill>
                            <a:prstClr val="ltGray"/>
                          </a:solidFill>
                        </a:ln>
                      </p166:spPr>
                    </pslz:zmPr>
                  </pslz:sldZmObj>
                </pslz:sldZm>
              </a:graphicData>
            </a:graphic>
          </p:graphicFrame>
        </mc:Choice>
        <mc:Fallback>
          <p:pic>
            <p:nvPicPr>
              <p:cNvPr id="26" name="Vista general de diapositiva 25">
                <a:hlinkClick r:id="rId20" action="ppaction://hlinksldjump"/>
                <a:extLst>
                  <a:ext uri="{FF2B5EF4-FFF2-40B4-BE49-F238E27FC236}">
                    <a16:creationId xmlns:a16="http://schemas.microsoft.com/office/drawing/2014/main" id="{219E2F0B-98FF-9EFD-2F4C-BAF01E7A6137}"/>
                  </a:ext>
                </a:extLst>
              </p:cNvPr>
              <p:cNvPicPr>
                <a:picLocks noGrp="1" noRot="1" noChangeAspect="1" noMove="1" noResize="1" noEditPoints="1" noAdjustHandles="1" noChangeArrowheads="1" noChangeShapeType="1"/>
              </p:cNvPicPr>
              <p:nvPr/>
            </p:nvPicPr>
            <p:blipFill>
              <a:blip r:embed="rId19"/>
              <a:stretch>
                <a:fillRect/>
              </a:stretch>
            </p:blipFill>
            <p:spPr>
              <a:xfrm>
                <a:off x="-19828301" y="1083816"/>
                <a:ext cx="6835200" cy="3844800"/>
              </a:xfrm>
              <a:prstGeom prst="rect">
                <a:avLst/>
              </a:prstGeom>
              <a:ln w="3175">
                <a:solidFill>
                  <a:prstClr val="ltGray"/>
                </a:solidFill>
              </a:ln>
            </p:spPr>
          </p:pic>
        </mc:Fallback>
      </mc:AlternateContent>
      <p:sp>
        <p:nvSpPr>
          <p:cNvPr id="2" name="Elipse 1">
            <a:extLst>
              <a:ext uri="{FF2B5EF4-FFF2-40B4-BE49-F238E27FC236}">
                <a16:creationId xmlns:a16="http://schemas.microsoft.com/office/drawing/2014/main" id="{DFD57BFB-3069-D5B7-C137-1D06205BCFA3}"/>
              </a:ext>
            </a:extLst>
          </p:cNvPr>
          <p:cNvSpPr/>
          <p:nvPr/>
        </p:nvSpPr>
        <p:spPr>
          <a:xfrm>
            <a:off x="10347536" y="30713"/>
            <a:ext cx="1706034" cy="1629664"/>
          </a:xfrm>
          <a:prstGeom prst="ellipse">
            <a:avLst/>
          </a:prstGeom>
          <a:gradFill>
            <a:gsLst>
              <a:gs pos="0">
                <a:schemeClr val="bg1"/>
              </a:gs>
              <a:gs pos="100000">
                <a:schemeClr val="accent5">
                  <a:lumMod val="95000"/>
                  <a:lumOff val="5000"/>
                </a:schemeClr>
              </a:gs>
            </a:gsLst>
            <a:path path="circle">
              <a:fillToRect l="50000" t="130000" r="50000" b="-30000"/>
            </a:path>
          </a:gradFill>
          <a:effectLst>
            <a:softEdge rad="4953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Tree>
    <p:extLst>
      <p:ext uri="{BB962C8B-B14F-4D97-AF65-F5344CB8AC3E}">
        <p14:creationId xmlns:p14="http://schemas.microsoft.com/office/powerpoint/2010/main" val="3025381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40000"/>
                <a:lumOff val="60000"/>
              </a:schemeClr>
            </a:gs>
            <a:gs pos="46000">
              <a:schemeClr val="accent5">
                <a:lumMod val="95000"/>
                <a:lumOff val="5000"/>
              </a:schemeClr>
            </a:gs>
            <a:gs pos="100000">
              <a:schemeClr val="tx1"/>
            </a:gs>
          </a:gsLst>
          <a:path path="circle">
            <a:fillToRect l="50000" t="130000" r="50000" b="-30000"/>
          </a:path>
          <a:tileRect/>
        </a:gradFill>
        <a:effectLst/>
      </p:bgPr>
    </p:bg>
    <p:spTree>
      <p:nvGrpSpPr>
        <p:cNvPr id="1" name="">
          <a:extLst>
            <a:ext uri="{FF2B5EF4-FFF2-40B4-BE49-F238E27FC236}">
              <a16:creationId xmlns:a16="http://schemas.microsoft.com/office/drawing/2014/main" id="{A6D683AA-9304-A68E-C191-43BC80582881}"/>
            </a:ext>
          </a:extLst>
        </p:cNvPr>
        <p:cNvGrpSpPr/>
        <p:nvPr/>
      </p:nvGrpSpPr>
      <p:grpSpPr>
        <a:xfrm>
          <a:off x="0" y="0"/>
          <a:ext cx="0" cy="0"/>
          <a:chOff x="0" y="0"/>
          <a:chExt cx="0" cy="0"/>
        </a:xfrm>
      </p:grpSpPr>
      <p:sp>
        <p:nvSpPr>
          <p:cNvPr id="10" name="Rectángulo 9">
            <a:extLst>
              <a:ext uri="{FF2B5EF4-FFF2-40B4-BE49-F238E27FC236}">
                <a16:creationId xmlns:a16="http://schemas.microsoft.com/office/drawing/2014/main" id="{1C829380-7649-82F3-44C0-43351C81BBF0}"/>
              </a:ext>
            </a:extLst>
          </p:cNvPr>
          <p:cNvSpPr/>
          <p:nvPr/>
        </p:nvSpPr>
        <p:spPr>
          <a:xfrm>
            <a:off x="2532888" y="1005840"/>
            <a:ext cx="7278624" cy="3922776"/>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1" name="CuadroTexto 10">
            <a:extLst>
              <a:ext uri="{FF2B5EF4-FFF2-40B4-BE49-F238E27FC236}">
                <a16:creationId xmlns:a16="http://schemas.microsoft.com/office/drawing/2014/main" id="{B599E70E-3427-69DC-5B84-76AA9169E44E}"/>
              </a:ext>
            </a:extLst>
          </p:cNvPr>
          <p:cNvSpPr txBox="1"/>
          <p:nvPr/>
        </p:nvSpPr>
        <p:spPr>
          <a:xfrm>
            <a:off x="213360" y="0"/>
            <a:ext cx="12100560" cy="830997"/>
          </a:xfrm>
          <a:prstGeom prst="rect">
            <a:avLst/>
          </a:prstGeom>
          <a:gradFill>
            <a:gsLst>
              <a:gs pos="0">
                <a:schemeClr val="accent5">
                  <a:lumMod val="40000"/>
                  <a:lumOff val="60000"/>
                </a:schemeClr>
              </a:gs>
              <a:gs pos="46000">
                <a:schemeClr val="accent5">
                  <a:lumMod val="95000"/>
                  <a:lumOff val="5000"/>
                </a:schemeClr>
              </a:gs>
              <a:gs pos="100000">
                <a:schemeClr val="tx1"/>
              </a:gs>
            </a:gsLst>
            <a:path path="circle">
              <a:fillToRect l="50000" t="130000" r="50000" b="-30000"/>
            </a:path>
          </a:gradFill>
        </p:spPr>
        <p:txBody>
          <a:bodyPr wrap="square" rtlCol="0">
            <a:spAutoFit/>
          </a:bodyPr>
          <a:lstStyle/>
          <a:p>
            <a:pPr algn="ctr"/>
            <a:r>
              <a:rPr lang="es-CO" sz="4800" dirty="0">
                <a:latin typeface="Arial Black" panose="020B0A04020102020204" pitchFamily="34" charset="0"/>
              </a:rPr>
              <a:t>INGENIERIA DE SOFTWARE</a:t>
            </a:r>
          </a:p>
        </p:txBody>
      </p:sp>
      <p:pic>
        <p:nvPicPr>
          <p:cNvPr id="9" name="Imagen 8">
            <a:extLst>
              <a:ext uri="{FF2B5EF4-FFF2-40B4-BE49-F238E27FC236}">
                <a16:creationId xmlns:a16="http://schemas.microsoft.com/office/drawing/2014/main" id="{9E5161CD-3E01-8E15-04C5-DBB55C062F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2447" y="-1035702"/>
            <a:ext cx="9599506" cy="9112284"/>
          </a:xfrm>
          <a:prstGeom prst="rect">
            <a:avLst/>
          </a:prstGeom>
          <a:effectLst>
            <a:outerShdw blurRad="88900" dist="38100" dir="2700000" algn="tl" rotWithShape="0">
              <a:schemeClr val="bg1">
                <a:alpha val="40000"/>
              </a:schemeClr>
            </a:outerShdw>
          </a:effectLst>
        </p:spPr>
      </p:pic>
      <p:sp>
        <p:nvSpPr>
          <p:cNvPr id="12" name="Elipse 11">
            <a:extLst>
              <a:ext uri="{FF2B5EF4-FFF2-40B4-BE49-F238E27FC236}">
                <a16:creationId xmlns:a16="http://schemas.microsoft.com/office/drawing/2014/main" id="{D2D81278-696C-9877-9A2B-E89DE83E6238}"/>
              </a:ext>
            </a:extLst>
          </p:cNvPr>
          <p:cNvSpPr/>
          <p:nvPr/>
        </p:nvSpPr>
        <p:spPr>
          <a:xfrm>
            <a:off x="519430" y="-500934"/>
            <a:ext cx="1706034" cy="1629664"/>
          </a:xfrm>
          <a:prstGeom prst="ellipse">
            <a:avLst/>
          </a:prstGeom>
          <a:gradFill>
            <a:gsLst>
              <a:gs pos="0">
                <a:schemeClr val="bg1"/>
              </a:gs>
              <a:gs pos="100000">
                <a:schemeClr val="accent5">
                  <a:lumMod val="95000"/>
                  <a:lumOff val="5000"/>
                </a:schemeClr>
              </a:gs>
            </a:gsLst>
            <a:path path="circle">
              <a:fillToRect l="50000" t="130000" r="50000" b="-30000"/>
            </a:path>
          </a:gradFill>
          <a:effectLst>
            <a:softEdge rad="4953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3" name="Elipse 12">
            <a:extLst>
              <a:ext uri="{FF2B5EF4-FFF2-40B4-BE49-F238E27FC236}">
                <a16:creationId xmlns:a16="http://schemas.microsoft.com/office/drawing/2014/main" id="{8DB1F8A4-3F8B-CC02-25AF-991FE1D85D73}"/>
              </a:ext>
            </a:extLst>
          </p:cNvPr>
          <p:cNvSpPr/>
          <p:nvPr/>
        </p:nvSpPr>
        <p:spPr>
          <a:xfrm>
            <a:off x="671830" y="-348534"/>
            <a:ext cx="1706034" cy="1629664"/>
          </a:xfrm>
          <a:prstGeom prst="ellipse">
            <a:avLst/>
          </a:prstGeom>
          <a:gradFill>
            <a:gsLst>
              <a:gs pos="0">
                <a:schemeClr val="bg1"/>
              </a:gs>
              <a:gs pos="100000">
                <a:schemeClr val="accent5">
                  <a:lumMod val="95000"/>
                  <a:lumOff val="5000"/>
                </a:schemeClr>
              </a:gs>
            </a:gsLst>
            <a:path path="circle">
              <a:fillToRect l="50000" t="130000" r="50000" b="-30000"/>
            </a:path>
          </a:gradFill>
          <a:effectLst>
            <a:softEdge rad="4953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mc:AlternateContent xmlns:mc="http://schemas.openxmlformats.org/markup-compatibility/2006">
        <mc:Choice xmlns:pslz="http://schemas.microsoft.com/office/powerpoint/2016/slidezoom" Requires="pslz">
          <p:graphicFrame>
            <p:nvGraphicFramePr>
              <p:cNvPr id="3" name="Vista general de diapositiva 2">
                <a:extLst>
                  <a:ext uri="{FF2B5EF4-FFF2-40B4-BE49-F238E27FC236}">
                    <a16:creationId xmlns:a16="http://schemas.microsoft.com/office/drawing/2014/main" id="{AD22F55B-B446-2A46-F875-B1B571728FA1}"/>
                  </a:ext>
                </a:extLst>
              </p:cNvPr>
              <p:cNvGraphicFramePr>
                <a:graphicFrameLocks noChangeAspect="1"/>
              </p:cNvGraphicFramePr>
              <p:nvPr>
                <p:extLst>
                  <p:ext uri="{D42A27DB-BD31-4B8C-83A1-F6EECF244321}">
                    <p14:modId xmlns:p14="http://schemas.microsoft.com/office/powerpoint/2010/main" val="3337131265"/>
                  </p:ext>
                </p:extLst>
              </p:nvPr>
            </p:nvGraphicFramePr>
            <p:xfrm>
              <a:off x="35980370" y="1117845"/>
              <a:ext cx="7084800" cy="3985199"/>
            </p:xfrm>
            <a:graphic>
              <a:graphicData uri="http://schemas.microsoft.com/office/powerpoint/2016/slidezoom">
                <pslz:sldZm>
                  <pslz:sldZmObj sldId="263" cId="1853309051">
                    <pslz:zmPr id="{3D69B49B-25D4-4F5A-AB3E-C400CE78D672}" transitionDur="1000">
                      <p166:blipFill xmlns:p166="http://schemas.microsoft.com/office/powerpoint/2016/6/main">
                        <a:blip r:embed="rId3"/>
                        <a:stretch>
                          <a:fillRect/>
                        </a:stretch>
                      </p166:blipFill>
                      <p166:spPr xmlns:p166="http://schemas.microsoft.com/office/powerpoint/2016/6/main">
                        <a:xfrm>
                          <a:off x="0" y="0"/>
                          <a:ext cx="7084800" cy="3985199"/>
                        </a:xfrm>
                        <a:prstGeom prst="rect">
                          <a:avLst/>
                        </a:prstGeom>
                        <a:ln w="3175">
                          <a:solidFill>
                            <a:prstClr val="ltGray"/>
                          </a:solidFill>
                        </a:ln>
                      </p166:spPr>
                    </pslz:zmPr>
                  </pslz:sldZmObj>
                </pslz:sldZm>
              </a:graphicData>
            </a:graphic>
          </p:graphicFrame>
        </mc:Choice>
        <mc:Fallback>
          <p:pic>
            <p:nvPicPr>
              <p:cNvPr id="3" name="Vista general de diapositiva 2">
                <a:hlinkClick r:id="rId4" action="ppaction://hlinksldjump"/>
                <a:extLst>
                  <a:ext uri="{FF2B5EF4-FFF2-40B4-BE49-F238E27FC236}">
                    <a16:creationId xmlns:a16="http://schemas.microsoft.com/office/drawing/2014/main" id="{AD22F55B-B446-2A46-F875-B1B571728FA1}"/>
                  </a:ext>
                </a:extLst>
              </p:cNvPr>
              <p:cNvPicPr>
                <a:picLocks noGrp="1" noRot="1" noChangeAspect="1" noMove="1" noResize="1" noEditPoints="1" noAdjustHandles="1" noChangeArrowheads="1" noChangeShapeType="1"/>
              </p:cNvPicPr>
              <p:nvPr/>
            </p:nvPicPr>
            <p:blipFill>
              <a:blip r:embed="rId3"/>
              <a:stretch>
                <a:fillRect/>
              </a:stretch>
            </p:blipFill>
            <p:spPr>
              <a:xfrm>
                <a:off x="35980370" y="1117845"/>
                <a:ext cx="7084800" cy="3985199"/>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5" name="Vista general de diapositiva 4">
                <a:extLst>
                  <a:ext uri="{FF2B5EF4-FFF2-40B4-BE49-F238E27FC236}">
                    <a16:creationId xmlns:a16="http://schemas.microsoft.com/office/drawing/2014/main" id="{8D4FB83E-FF7B-F384-3FCE-923C67258835}"/>
                  </a:ext>
                </a:extLst>
              </p:cNvPr>
              <p:cNvGraphicFramePr>
                <a:graphicFrameLocks noChangeAspect="1"/>
              </p:cNvGraphicFramePr>
              <p:nvPr>
                <p:extLst>
                  <p:ext uri="{D42A27DB-BD31-4B8C-83A1-F6EECF244321}">
                    <p14:modId xmlns:p14="http://schemas.microsoft.com/office/powerpoint/2010/main" val="2382652473"/>
                  </p:ext>
                </p:extLst>
              </p:nvPr>
            </p:nvGraphicFramePr>
            <p:xfrm>
              <a:off x="26990464" y="1083816"/>
              <a:ext cx="7210783" cy="3844800"/>
            </p:xfrm>
            <a:graphic>
              <a:graphicData uri="http://schemas.microsoft.com/office/powerpoint/2016/slidezoom">
                <pslz:sldZm>
                  <pslz:sldZmObj sldId="264" cId="1206705849">
                    <pslz:zmPr id="{F5C2E68D-B240-43B0-8C41-907D0C005983}" transitionDur="1000">
                      <p166:blipFill xmlns:p166="http://schemas.microsoft.com/office/powerpoint/2016/6/main">
                        <a:blip r:embed="rId5"/>
                        <a:stretch>
                          <a:fillRect/>
                        </a:stretch>
                      </p166:blipFill>
                      <p166:spPr xmlns:p166="http://schemas.microsoft.com/office/powerpoint/2016/6/main">
                        <a:xfrm>
                          <a:off x="0" y="0"/>
                          <a:ext cx="7210783" cy="3844800"/>
                        </a:xfrm>
                        <a:prstGeom prst="rect">
                          <a:avLst/>
                        </a:prstGeom>
                        <a:ln w="3175">
                          <a:solidFill>
                            <a:prstClr val="ltGray"/>
                          </a:solidFill>
                        </a:ln>
                      </p166:spPr>
                    </pslz:zmPr>
                  </pslz:sldZmObj>
                </pslz:sldZm>
              </a:graphicData>
            </a:graphic>
          </p:graphicFrame>
        </mc:Choice>
        <mc:Fallback>
          <p:pic>
            <p:nvPicPr>
              <p:cNvPr id="5" name="Vista general de diapositiva 4">
                <a:hlinkClick r:id="rId6" action="ppaction://hlinksldjump"/>
                <a:extLst>
                  <a:ext uri="{FF2B5EF4-FFF2-40B4-BE49-F238E27FC236}">
                    <a16:creationId xmlns:a16="http://schemas.microsoft.com/office/drawing/2014/main" id="{8D4FB83E-FF7B-F384-3FCE-923C67258835}"/>
                  </a:ext>
                </a:extLst>
              </p:cNvPr>
              <p:cNvPicPr>
                <a:picLocks noGrp="1" noRot="1" noChangeAspect="1" noMove="1" noResize="1" noEditPoints="1" noAdjustHandles="1" noChangeArrowheads="1" noChangeShapeType="1"/>
              </p:cNvPicPr>
              <p:nvPr/>
            </p:nvPicPr>
            <p:blipFill>
              <a:blip r:embed="rId5"/>
              <a:stretch>
                <a:fillRect/>
              </a:stretch>
            </p:blipFill>
            <p:spPr>
              <a:xfrm>
                <a:off x="26990464" y="1083816"/>
                <a:ext cx="7210783" cy="38448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7" name="Vista general de diapositiva 6">
                <a:extLst>
                  <a:ext uri="{FF2B5EF4-FFF2-40B4-BE49-F238E27FC236}">
                    <a16:creationId xmlns:a16="http://schemas.microsoft.com/office/drawing/2014/main" id="{5BC09EAA-D5D7-6E70-F3A9-8B43AB358CB2}"/>
                  </a:ext>
                </a:extLst>
              </p:cNvPr>
              <p:cNvGraphicFramePr>
                <a:graphicFrameLocks noChangeAspect="1"/>
              </p:cNvGraphicFramePr>
              <p:nvPr>
                <p:extLst>
                  <p:ext uri="{D42A27DB-BD31-4B8C-83A1-F6EECF244321}">
                    <p14:modId xmlns:p14="http://schemas.microsoft.com/office/powerpoint/2010/main" val="3409175099"/>
                  </p:ext>
                </p:extLst>
              </p:nvPr>
            </p:nvGraphicFramePr>
            <p:xfrm>
              <a:off x="18710936" y="1062693"/>
              <a:ext cx="7155032" cy="3844800"/>
            </p:xfrm>
            <a:graphic>
              <a:graphicData uri="http://schemas.microsoft.com/office/powerpoint/2016/slidezoom">
                <pslz:sldZm>
                  <pslz:sldZmObj sldId="265" cId="73077636">
                    <pslz:zmPr id="{8324F6C1-5CC3-4576-AFE0-E4F092E2C248}" transitionDur="1000">
                      <p166:blipFill xmlns:p166="http://schemas.microsoft.com/office/powerpoint/2016/6/main">
                        <a:blip r:embed="rId7"/>
                        <a:stretch>
                          <a:fillRect/>
                        </a:stretch>
                      </p166:blipFill>
                      <p166:spPr xmlns:p166="http://schemas.microsoft.com/office/powerpoint/2016/6/main">
                        <a:xfrm>
                          <a:off x="0" y="0"/>
                          <a:ext cx="7155032" cy="3844800"/>
                        </a:xfrm>
                        <a:prstGeom prst="rect">
                          <a:avLst/>
                        </a:prstGeom>
                        <a:ln w="3175">
                          <a:solidFill>
                            <a:prstClr val="ltGray"/>
                          </a:solidFill>
                        </a:ln>
                      </p166:spPr>
                    </pslz:zmPr>
                  </pslz:sldZmObj>
                </pslz:sldZm>
              </a:graphicData>
            </a:graphic>
          </p:graphicFrame>
        </mc:Choice>
        <mc:Fallback>
          <p:pic>
            <p:nvPicPr>
              <p:cNvPr id="7" name="Vista general de diapositiva 6">
                <a:hlinkClick r:id="rId8" action="ppaction://hlinksldjump"/>
                <a:extLst>
                  <a:ext uri="{FF2B5EF4-FFF2-40B4-BE49-F238E27FC236}">
                    <a16:creationId xmlns:a16="http://schemas.microsoft.com/office/drawing/2014/main" id="{5BC09EAA-D5D7-6E70-F3A9-8B43AB358CB2}"/>
                  </a:ext>
                </a:extLst>
              </p:cNvPr>
              <p:cNvPicPr>
                <a:picLocks noGrp="1" noRot="1" noChangeAspect="1" noMove="1" noResize="1" noEditPoints="1" noAdjustHandles="1" noChangeArrowheads="1" noChangeShapeType="1"/>
              </p:cNvPicPr>
              <p:nvPr/>
            </p:nvPicPr>
            <p:blipFill>
              <a:blip r:embed="rId7"/>
              <a:stretch>
                <a:fillRect/>
              </a:stretch>
            </p:blipFill>
            <p:spPr>
              <a:xfrm>
                <a:off x="18710936" y="1062693"/>
                <a:ext cx="7155032" cy="38448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18" name="Vista general de diapositiva 17">
                <a:extLst>
                  <a:ext uri="{FF2B5EF4-FFF2-40B4-BE49-F238E27FC236}">
                    <a16:creationId xmlns:a16="http://schemas.microsoft.com/office/drawing/2014/main" id="{4B50A555-640E-E7EE-C87C-719469E9190F}"/>
                  </a:ext>
                </a:extLst>
              </p:cNvPr>
              <p:cNvGraphicFramePr>
                <a:graphicFrameLocks noChangeAspect="1"/>
              </p:cNvGraphicFramePr>
              <p:nvPr>
                <p:extLst>
                  <p:ext uri="{D42A27DB-BD31-4B8C-83A1-F6EECF244321}">
                    <p14:modId xmlns:p14="http://schemas.microsoft.com/office/powerpoint/2010/main" val="2245675274"/>
                  </p:ext>
                </p:extLst>
              </p:nvPr>
            </p:nvGraphicFramePr>
            <p:xfrm>
              <a:off x="2530264" y="1128730"/>
              <a:ext cx="7150976" cy="3844800"/>
            </p:xfrm>
            <a:graphic>
              <a:graphicData uri="http://schemas.microsoft.com/office/powerpoint/2016/slidezoom">
                <pslz:sldZm>
                  <pslz:sldZmObj sldId="267" cId="2619889004">
                    <pslz:zmPr id="{FBAA0186-2B38-47B9-B08F-E9D9BFCCECD6}" transitionDur="1000">
                      <p166:blipFill xmlns:p166="http://schemas.microsoft.com/office/powerpoint/2016/6/main">
                        <a:blip r:embed="rId9"/>
                        <a:stretch>
                          <a:fillRect/>
                        </a:stretch>
                      </p166:blipFill>
                      <p166:spPr xmlns:p166="http://schemas.microsoft.com/office/powerpoint/2016/6/main">
                        <a:xfrm>
                          <a:off x="0" y="0"/>
                          <a:ext cx="7150976" cy="3844800"/>
                        </a:xfrm>
                        <a:prstGeom prst="rect">
                          <a:avLst/>
                        </a:prstGeom>
                        <a:ln w="3175">
                          <a:solidFill>
                            <a:prstClr val="ltGray"/>
                          </a:solidFill>
                        </a:ln>
                      </p166:spPr>
                    </pslz:zmPr>
                  </pslz:sldZmObj>
                </pslz:sldZm>
              </a:graphicData>
            </a:graphic>
          </p:graphicFrame>
        </mc:Choice>
        <mc:Fallback>
          <p:pic>
            <p:nvPicPr>
              <p:cNvPr id="18" name="Vista general de diapositiva 17">
                <a:hlinkClick r:id="rId10" action="ppaction://hlinksldjump"/>
                <a:extLst>
                  <a:ext uri="{FF2B5EF4-FFF2-40B4-BE49-F238E27FC236}">
                    <a16:creationId xmlns:a16="http://schemas.microsoft.com/office/drawing/2014/main" id="{4B50A555-640E-E7EE-C87C-719469E9190F}"/>
                  </a:ext>
                </a:extLst>
              </p:cNvPr>
              <p:cNvPicPr>
                <a:picLocks noGrp="1" noRot="1" noChangeAspect="1" noMove="1" noResize="1" noEditPoints="1" noAdjustHandles="1" noChangeArrowheads="1" noChangeShapeType="1"/>
              </p:cNvPicPr>
              <p:nvPr/>
            </p:nvPicPr>
            <p:blipFill>
              <a:blip r:embed="rId9"/>
              <a:stretch>
                <a:fillRect/>
              </a:stretch>
            </p:blipFill>
            <p:spPr>
              <a:xfrm>
                <a:off x="2530264" y="1128730"/>
                <a:ext cx="7150976" cy="38448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14" name="Vista general de diapositiva 13">
                <a:extLst>
                  <a:ext uri="{FF2B5EF4-FFF2-40B4-BE49-F238E27FC236}">
                    <a16:creationId xmlns:a16="http://schemas.microsoft.com/office/drawing/2014/main" id="{DAC95EEA-DD44-8D35-3CEA-93954396E154}"/>
                  </a:ext>
                </a:extLst>
              </p:cNvPr>
              <p:cNvGraphicFramePr>
                <a:graphicFrameLocks noChangeAspect="1"/>
              </p:cNvGraphicFramePr>
              <p:nvPr>
                <p:extLst>
                  <p:ext uri="{D42A27DB-BD31-4B8C-83A1-F6EECF244321}">
                    <p14:modId xmlns:p14="http://schemas.microsoft.com/office/powerpoint/2010/main" val="2031790395"/>
                  </p:ext>
                </p:extLst>
              </p:nvPr>
            </p:nvGraphicFramePr>
            <p:xfrm>
              <a:off x="10936008" y="830997"/>
              <a:ext cx="7025591" cy="3844800"/>
            </p:xfrm>
            <a:graphic>
              <a:graphicData uri="http://schemas.microsoft.com/office/powerpoint/2016/slidezoom">
                <pslz:sldZm>
                  <pslz:sldZmObj sldId="266" cId="376645527">
                    <pslz:zmPr id="{33C655B4-6B9B-4C63-95D1-276C1C5392A4}" transitionDur="1000">
                      <p166:blipFill xmlns:p166="http://schemas.microsoft.com/office/powerpoint/2016/6/main">
                        <a:blip r:embed="rId11"/>
                        <a:stretch>
                          <a:fillRect/>
                        </a:stretch>
                      </p166:blipFill>
                      <p166:spPr xmlns:p166="http://schemas.microsoft.com/office/powerpoint/2016/6/main">
                        <a:xfrm>
                          <a:off x="0" y="0"/>
                          <a:ext cx="7025591" cy="3844800"/>
                        </a:xfrm>
                        <a:prstGeom prst="rect">
                          <a:avLst/>
                        </a:prstGeom>
                        <a:ln w="3175">
                          <a:solidFill>
                            <a:prstClr val="ltGray"/>
                          </a:solidFill>
                        </a:ln>
                      </p166:spPr>
                    </pslz:zmPr>
                  </pslz:sldZmObj>
                </pslz:sldZm>
              </a:graphicData>
            </a:graphic>
          </p:graphicFrame>
        </mc:Choice>
        <mc:Fallback>
          <p:pic>
            <p:nvPicPr>
              <p:cNvPr id="14" name="Vista general de diapositiva 13">
                <a:hlinkClick r:id="rId12" action="ppaction://hlinksldjump"/>
                <a:extLst>
                  <a:ext uri="{FF2B5EF4-FFF2-40B4-BE49-F238E27FC236}">
                    <a16:creationId xmlns:a16="http://schemas.microsoft.com/office/drawing/2014/main" id="{DAC95EEA-DD44-8D35-3CEA-93954396E154}"/>
                  </a:ext>
                </a:extLst>
              </p:cNvPr>
              <p:cNvPicPr>
                <a:picLocks noGrp="1" noRot="1" noChangeAspect="1" noMove="1" noResize="1" noEditPoints="1" noAdjustHandles="1" noChangeArrowheads="1" noChangeShapeType="1"/>
              </p:cNvPicPr>
              <p:nvPr/>
            </p:nvPicPr>
            <p:blipFill>
              <a:blip r:embed="rId11"/>
              <a:stretch>
                <a:fillRect/>
              </a:stretch>
            </p:blipFill>
            <p:spPr>
              <a:xfrm>
                <a:off x="10936008" y="830997"/>
                <a:ext cx="7025591" cy="38448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22" name="Vista general de diapositiva 21">
                <a:extLst>
                  <a:ext uri="{FF2B5EF4-FFF2-40B4-BE49-F238E27FC236}">
                    <a16:creationId xmlns:a16="http://schemas.microsoft.com/office/drawing/2014/main" id="{3B7FF75E-5C6A-F9FF-877E-2BD5A589281C}"/>
                  </a:ext>
                </a:extLst>
              </p:cNvPr>
              <p:cNvGraphicFramePr>
                <a:graphicFrameLocks noChangeAspect="1"/>
              </p:cNvGraphicFramePr>
              <p:nvPr>
                <p:extLst>
                  <p:ext uri="{D42A27DB-BD31-4B8C-83A1-F6EECF244321}">
                    <p14:modId xmlns:p14="http://schemas.microsoft.com/office/powerpoint/2010/main" val="2015552191"/>
                  </p:ext>
                </p:extLst>
              </p:nvPr>
            </p:nvGraphicFramePr>
            <p:xfrm>
              <a:off x="-5206095" y="1083816"/>
              <a:ext cx="6835200" cy="3844800"/>
            </p:xfrm>
            <a:graphic>
              <a:graphicData uri="http://schemas.microsoft.com/office/powerpoint/2016/slidezoom">
                <pslz:sldZm>
                  <pslz:sldZmObj sldId="268" cId="3946122391">
                    <pslz:zmPr id="{54DA1DFE-1E73-4A07-97D2-9658D7E821C5}" transitionDur="1000">
                      <p166:blipFill xmlns:p166="http://schemas.microsoft.com/office/powerpoint/2016/6/main">
                        <a:blip r:embed="rId13"/>
                        <a:stretch>
                          <a:fillRect/>
                        </a:stretch>
                      </p166:blipFill>
                      <p166:spPr xmlns:p166="http://schemas.microsoft.com/office/powerpoint/2016/6/main">
                        <a:xfrm>
                          <a:off x="0" y="0"/>
                          <a:ext cx="6835200" cy="3844800"/>
                        </a:xfrm>
                        <a:prstGeom prst="rect">
                          <a:avLst/>
                        </a:prstGeom>
                        <a:ln w="3175">
                          <a:solidFill>
                            <a:prstClr val="ltGray"/>
                          </a:solidFill>
                        </a:ln>
                      </p166:spPr>
                    </pslz:zmPr>
                  </pslz:sldZmObj>
                </pslz:sldZm>
              </a:graphicData>
            </a:graphic>
          </p:graphicFrame>
        </mc:Choice>
        <mc:Fallback>
          <p:pic>
            <p:nvPicPr>
              <p:cNvPr id="22" name="Vista general de diapositiva 21">
                <a:hlinkClick r:id="rId14" action="ppaction://hlinksldjump"/>
                <a:extLst>
                  <a:ext uri="{FF2B5EF4-FFF2-40B4-BE49-F238E27FC236}">
                    <a16:creationId xmlns:a16="http://schemas.microsoft.com/office/drawing/2014/main" id="{3B7FF75E-5C6A-F9FF-877E-2BD5A589281C}"/>
                  </a:ext>
                </a:extLst>
              </p:cNvPr>
              <p:cNvPicPr>
                <a:picLocks noGrp="1" noRot="1" noChangeAspect="1" noMove="1" noResize="1" noEditPoints="1" noAdjustHandles="1" noChangeArrowheads="1" noChangeShapeType="1"/>
              </p:cNvPicPr>
              <p:nvPr/>
            </p:nvPicPr>
            <p:blipFill>
              <a:blip r:embed="rId13"/>
              <a:stretch>
                <a:fillRect/>
              </a:stretch>
            </p:blipFill>
            <p:spPr>
              <a:xfrm>
                <a:off x="-5206095" y="1083816"/>
                <a:ext cx="6835200" cy="38448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26" name="Vista general de diapositiva 25">
                <a:extLst>
                  <a:ext uri="{FF2B5EF4-FFF2-40B4-BE49-F238E27FC236}">
                    <a16:creationId xmlns:a16="http://schemas.microsoft.com/office/drawing/2014/main" id="{8CFF2F1D-DE93-5BBF-66AD-E6E5CAB24DCA}"/>
                  </a:ext>
                </a:extLst>
              </p:cNvPr>
              <p:cNvGraphicFramePr>
                <a:graphicFrameLocks noChangeAspect="1"/>
              </p:cNvGraphicFramePr>
              <p:nvPr>
                <p:extLst>
                  <p:ext uri="{D42A27DB-BD31-4B8C-83A1-F6EECF244321}">
                    <p14:modId xmlns:p14="http://schemas.microsoft.com/office/powerpoint/2010/main" val="2287910706"/>
                  </p:ext>
                </p:extLst>
              </p:nvPr>
            </p:nvGraphicFramePr>
            <p:xfrm>
              <a:off x="-12650261" y="1083816"/>
              <a:ext cx="6835200" cy="3844800"/>
            </p:xfrm>
            <a:graphic>
              <a:graphicData uri="http://schemas.microsoft.com/office/powerpoint/2016/slidezoom">
                <pslz:sldZm>
                  <pslz:sldZmObj sldId="269" cId="1443209632">
                    <pslz:zmPr id="{016513C0-A436-4CFE-ABA1-DB78B6531D52}" transitionDur="1000">
                      <p166:blipFill xmlns:p166="http://schemas.microsoft.com/office/powerpoint/2016/6/main">
                        <a:blip r:embed="rId15"/>
                        <a:stretch>
                          <a:fillRect/>
                        </a:stretch>
                      </p166:blipFill>
                      <p166:spPr xmlns:p166="http://schemas.microsoft.com/office/powerpoint/2016/6/main">
                        <a:xfrm>
                          <a:off x="0" y="0"/>
                          <a:ext cx="6835200" cy="3844800"/>
                        </a:xfrm>
                        <a:prstGeom prst="rect">
                          <a:avLst/>
                        </a:prstGeom>
                        <a:ln w="3175">
                          <a:solidFill>
                            <a:prstClr val="ltGray"/>
                          </a:solidFill>
                        </a:ln>
                      </p166:spPr>
                    </pslz:zmPr>
                  </pslz:sldZmObj>
                </pslz:sldZm>
              </a:graphicData>
            </a:graphic>
          </p:graphicFrame>
        </mc:Choice>
        <mc:Fallback>
          <p:pic>
            <p:nvPicPr>
              <p:cNvPr id="26" name="Vista general de diapositiva 25">
                <a:hlinkClick r:id="rId16" action="ppaction://hlinksldjump"/>
                <a:extLst>
                  <a:ext uri="{FF2B5EF4-FFF2-40B4-BE49-F238E27FC236}">
                    <a16:creationId xmlns:a16="http://schemas.microsoft.com/office/drawing/2014/main" id="{8CFF2F1D-DE93-5BBF-66AD-E6E5CAB24DCA}"/>
                  </a:ext>
                </a:extLst>
              </p:cNvPr>
              <p:cNvPicPr>
                <a:picLocks noGrp="1" noRot="1" noChangeAspect="1" noMove="1" noResize="1" noEditPoints="1" noAdjustHandles="1" noChangeArrowheads="1" noChangeShapeType="1"/>
              </p:cNvPicPr>
              <p:nvPr/>
            </p:nvPicPr>
            <p:blipFill>
              <a:blip r:embed="rId15"/>
              <a:stretch>
                <a:fillRect/>
              </a:stretch>
            </p:blipFill>
            <p:spPr>
              <a:xfrm>
                <a:off x="-12650261" y="1083816"/>
                <a:ext cx="6835200" cy="3844800"/>
              </a:xfrm>
              <a:prstGeom prst="rect">
                <a:avLst/>
              </a:prstGeom>
              <a:ln w="3175">
                <a:solidFill>
                  <a:prstClr val="ltGray"/>
                </a:solidFill>
              </a:ln>
            </p:spPr>
          </p:pic>
        </mc:Fallback>
      </mc:AlternateContent>
      <p:sp>
        <p:nvSpPr>
          <p:cNvPr id="2" name="Elipse 1">
            <a:extLst>
              <a:ext uri="{FF2B5EF4-FFF2-40B4-BE49-F238E27FC236}">
                <a16:creationId xmlns:a16="http://schemas.microsoft.com/office/drawing/2014/main" id="{780D6EFA-E473-1026-B925-45712435B8C6}"/>
              </a:ext>
            </a:extLst>
          </p:cNvPr>
          <p:cNvSpPr/>
          <p:nvPr/>
        </p:nvSpPr>
        <p:spPr>
          <a:xfrm>
            <a:off x="10347536" y="30713"/>
            <a:ext cx="1706034" cy="1629664"/>
          </a:xfrm>
          <a:prstGeom prst="ellipse">
            <a:avLst/>
          </a:prstGeom>
          <a:gradFill>
            <a:gsLst>
              <a:gs pos="0">
                <a:schemeClr val="bg1"/>
              </a:gs>
              <a:gs pos="100000">
                <a:schemeClr val="accent5">
                  <a:lumMod val="95000"/>
                  <a:lumOff val="5000"/>
                </a:schemeClr>
              </a:gs>
            </a:gsLst>
            <a:path path="circle">
              <a:fillToRect l="50000" t="130000" r="50000" b="-30000"/>
            </a:path>
          </a:gradFill>
          <a:effectLst>
            <a:softEdge rad="4953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Tree>
    <p:extLst>
      <p:ext uri="{BB962C8B-B14F-4D97-AF65-F5344CB8AC3E}">
        <p14:creationId xmlns:p14="http://schemas.microsoft.com/office/powerpoint/2010/main" val="179924581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40000"/>
                <a:lumOff val="60000"/>
              </a:schemeClr>
            </a:gs>
            <a:gs pos="46000">
              <a:schemeClr val="accent5">
                <a:lumMod val="95000"/>
                <a:lumOff val="5000"/>
              </a:schemeClr>
            </a:gs>
            <a:gs pos="100000">
              <a:schemeClr val="tx1"/>
            </a:gs>
          </a:gsLst>
          <a:path path="circle">
            <a:fillToRect l="50000" t="130000" r="50000" b="-30000"/>
          </a:path>
          <a:tileRect/>
        </a:gradFill>
        <a:effectLst/>
      </p:bgPr>
    </p:bg>
    <p:spTree>
      <p:nvGrpSpPr>
        <p:cNvPr id="1" name="">
          <a:extLst>
            <a:ext uri="{FF2B5EF4-FFF2-40B4-BE49-F238E27FC236}">
              <a16:creationId xmlns:a16="http://schemas.microsoft.com/office/drawing/2014/main" id="{2E97737A-ADEC-21B5-824A-3356AE32A487}"/>
            </a:ext>
          </a:extLst>
        </p:cNvPr>
        <p:cNvGrpSpPr/>
        <p:nvPr/>
      </p:nvGrpSpPr>
      <p:grpSpPr>
        <a:xfrm>
          <a:off x="0" y="0"/>
          <a:ext cx="0" cy="0"/>
          <a:chOff x="0" y="0"/>
          <a:chExt cx="0" cy="0"/>
        </a:xfrm>
      </p:grpSpPr>
      <p:sp>
        <p:nvSpPr>
          <p:cNvPr id="10" name="Rectángulo 9">
            <a:extLst>
              <a:ext uri="{FF2B5EF4-FFF2-40B4-BE49-F238E27FC236}">
                <a16:creationId xmlns:a16="http://schemas.microsoft.com/office/drawing/2014/main" id="{4CA02C16-A931-792B-E13C-6263AAC29F47}"/>
              </a:ext>
            </a:extLst>
          </p:cNvPr>
          <p:cNvSpPr/>
          <p:nvPr/>
        </p:nvSpPr>
        <p:spPr>
          <a:xfrm>
            <a:off x="2532888" y="1005840"/>
            <a:ext cx="7278624" cy="3922776"/>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1" name="CuadroTexto 10">
            <a:extLst>
              <a:ext uri="{FF2B5EF4-FFF2-40B4-BE49-F238E27FC236}">
                <a16:creationId xmlns:a16="http://schemas.microsoft.com/office/drawing/2014/main" id="{BBA17F25-B068-8C72-BA87-D82C60A7786C}"/>
              </a:ext>
            </a:extLst>
          </p:cNvPr>
          <p:cNvSpPr txBox="1"/>
          <p:nvPr/>
        </p:nvSpPr>
        <p:spPr>
          <a:xfrm>
            <a:off x="213360" y="0"/>
            <a:ext cx="12100560" cy="830997"/>
          </a:xfrm>
          <a:prstGeom prst="rect">
            <a:avLst/>
          </a:prstGeom>
          <a:gradFill>
            <a:gsLst>
              <a:gs pos="0">
                <a:schemeClr val="accent5">
                  <a:lumMod val="40000"/>
                  <a:lumOff val="60000"/>
                </a:schemeClr>
              </a:gs>
              <a:gs pos="46000">
                <a:schemeClr val="accent5">
                  <a:lumMod val="95000"/>
                  <a:lumOff val="5000"/>
                </a:schemeClr>
              </a:gs>
              <a:gs pos="100000">
                <a:schemeClr val="tx1"/>
              </a:gs>
            </a:gsLst>
            <a:path path="circle">
              <a:fillToRect l="50000" t="130000" r="50000" b="-30000"/>
            </a:path>
          </a:gradFill>
        </p:spPr>
        <p:txBody>
          <a:bodyPr wrap="square" rtlCol="0">
            <a:spAutoFit/>
          </a:bodyPr>
          <a:lstStyle/>
          <a:p>
            <a:pPr algn="ctr"/>
            <a:r>
              <a:rPr lang="es-CO" sz="4800" dirty="0">
                <a:latin typeface="Arial Black" panose="020B0A04020102020204" pitchFamily="34" charset="0"/>
              </a:rPr>
              <a:t>INGENIERIA DE SOFTWARE</a:t>
            </a:r>
          </a:p>
        </p:txBody>
      </p:sp>
      <p:pic>
        <p:nvPicPr>
          <p:cNvPr id="9" name="Imagen 8">
            <a:extLst>
              <a:ext uri="{FF2B5EF4-FFF2-40B4-BE49-F238E27FC236}">
                <a16:creationId xmlns:a16="http://schemas.microsoft.com/office/drawing/2014/main" id="{327CFD51-ED95-D8AE-04F3-7094736590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2447" y="-1035702"/>
            <a:ext cx="9599506" cy="9112284"/>
          </a:xfrm>
          <a:prstGeom prst="rect">
            <a:avLst/>
          </a:prstGeom>
          <a:effectLst>
            <a:outerShdw blurRad="88900" dist="38100" dir="2700000" algn="tl" rotWithShape="0">
              <a:schemeClr val="bg1">
                <a:alpha val="40000"/>
              </a:schemeClr>
            </a:outerShdw>
          </a:effectLst>
        </p:spPr>
      </p:pic>
      <p:sp>
        <p:nvSpPr>
          <p:cNvPr id="12" name="Elipse 11">
            <a:extLst>
              <a:ext uri="{FF2B5EF4-FFF2-40B4-BE49-F238E27FC236}">
                <a16:creationId xmlns:a16="http://schemas.microsoft.com/office/drawing/2014/main" id="{374308FF-4F2A-F11E-AAB7-5C84D60BED86}"/>
              </a:ext>
            </a:extLst>
          </p:cNvPr>
          <p:cNvSpPr/>
          <p:nvPr/>
        </p:nvSpPr>
        <p:spPr>
          <a:xfrm>
            <a:off x="519430" y="-500934"/>
            <a:ext cx="1706034" cy="1629664"/>
          </a:xfrm>
          <a:prstGeom prst="ellipse">
            <a:avLst/>
          </a:prstGeom>
          <a:gradFill>
            <a:gsLst>
              <a:gs pos="0">
                <a:schemeClr val="bg1"/>
              </a:gs>
              <a:gs pos="100000">
                <a:schemeClr val="accent5">
                  <a:lumMod val="95000"/>
                  <a:lumOff val="5000"/>
                </a:schemeClr>
              </a:gs>
            </a:gsLst>
            <a:path path="circle">
              <a:fillToRect l="50000" t="130000" r="50000" b="-30000"/>
            </a:path>
          </a:gradFill>
          <a:effectLst>
            <a:softEdge rad="4953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3" name="Elipse 12">
            <a:extLst>
              <a:ext uri="{FF2B5EF4-FFF2-40B4-BE49-F238E27FC236}">
                <a16:creationId xmlns:a16="http://schemas.microsoft.com/office/drawing/2014/main" id="{DA76B924-325B-F67C-0963-64D05C40F44B}"/>
              </a:ext>
            </a:extLst>
          </p:cNvPr>
          <p:cNvSpPr/>
          <p:nvPr/>
        </p:nvSpPr>
        <p:spPr>
          <a:xfrm>
            <a:off x="671830" y="-348534"/>
            <a:ext cx="1706034" cy="1629664"/>
          </a:xfrm>
          <a:prstGeom prst="ellipse">
            <a:avLst/>
          </a:prstGeom>
          <a:gradFill>
            <a:gsLst>
              <a:gs pos="0">
                <a:schemeClr val="bg1"/>
              </a:gs>
              <a:gs pos="100000">
                <a:schemeClr val="accent5">
                  <a:lumMod val="95000"/>
                  <a:lumOff val="5000"/>
                </a:schemeClr>
              </a:gs>
            </a:gsLst>
            <a:path path="circle">
              <a:fillToRect l="50000" t="130000" r="50000" b="-30000"/>
            </a:path>
          </a:gradFill>
          <a:effectLst>
            <a:softEdge rad="4953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mc:AlternateContent xmlns:mc="http://schemas.openxmlformats.org/markup-compatibility/2006">
        <mc:Choice xmlns:pslz="http://schemas.microsoft.com/office/powerpoint/2016/slidezoom" Requires="pslz">
          <p:graphicFrame>
            <p:nvGraphicFramePr>
              <p:cNvPr id="3" name="Vista general de diapositiva 2">
                <a:extLst>
                  <a:ext uri="{FF2B5EF4-FFF2-40B4-BE49-F238E27FC236}">
                    <a16:creationId xmlns:a16="http://schemas.microsoft.com/office/drawing/2014/main" id="{D0599941-C5E0-3B96-DB4B-2425AF757B44}"/>
                  </a:ext>
                </a:extLst>
              </p:cNvPr>
              <p:cNvGraphicFramePr>
                <a:graphicFrameLocks noChangeAspect="1"/>
              </p:cNvGraphicFramePr>
              <p:nvPr>
                <p:extLst>
                  <p:ext uri="{D42A27DB-BD31-4B8C-83A1-F6EECF244321}">
                    <p14:modId xmlns:p14="http://schemas.microsoft.com/office/powerpoint/2010/main" val="3863445552"/>
                  </p:ext>
                </p:extLst>
              </p:nvPr>
            </p:nvGraphicFramePr>
            <p:xfrm>
              <a:off x="43889930" y="1117845"/>
              <a:ext cx="7084800" cy="3985199"/>
            </p:xfrm>
            <a:graphic>
              <a:graphicData uri="http://schemas.microsoft.com/office/powerpoint/2016/slidezoom">
                <pslz:sldZm>
                  <pslz:sldZmObj sldId="263" cId="1853309051">
                    <pslz:zmPr id="{3D69B49B-25D4-4F5A-AB3E-C400CE78D672}" transitionDur="1000">
                      <p166:blipFill xmlns:p166="http://schemas.microsoft.com/office/powerpoint/2016/6/main">
                        <a:blip r:embed="rId3"/>
                        <a:stretch>
                          <a:fillRect/>
                        </a:stretch>
                      </p166:blipFill>
                      <p166:spPr xmlns:p166="http://schemas.microsoft.com/office/powerpoint/2016/6/main">
                        <a:xfrm>
                          <a:off x="0" y="0"/>
                          <a:ext cx="7084800" cy="3985199"/>
                        </a:xfrm>
                        <a:prstGeom prst="rect">
                          <a:avLst/>
                        </a:prstGeom>
                        <a:ln w="3175">
                          <a:solidFill>
                            <a:prstClr val="ltGray"/>
                          </a:solidFill>
                        </a:ln>
                      </p166:spPr>
                    </pslz:zmPr>
                  </pslz:sldZmObj>
                </pslz:sldZm>
              </a:graphicData>
            </a:graphic>
          </p:graphicFrame>
        </mc:Choice>
        <mc:Fallback>
          <p:pic>
            <p:nvPicPr>
              <p:cNvPr id="3" name="Vista general de diapositiva 2">
                <a:hlinkClick r:id="rId4" action="ppaction://hlinksldjump"/>
                <a:extLst>
                  <a:ext uri="{FF2B5EF4-FFF2-40B4-BE49-F238E27FC236}">
                    <a16:creationId xmlns:a16="http://schemas.microsoft.com/office/drawing/2014/main" id="{D0599941-C5E0-3B96-DB4B-2425AF757B44}"/>
                  </a:ext>
                </a:extLst>
              </p:cNvPr>
              <p:cNvPicPr>
                <a:picLocks noGrp="1" noRot="1" noChangeAspect="1" noMove="1" noResize="1" noEditPoints="1" noAdjustHandles="1" noChangeArrowheads="1" noChangeShapeType="1"/>
              </p:cNvPicPr>
              <p:nvPr/>
            </p:nvPicPr>
            <p:blipFill>
              <a:blip r:embed="rId3"/>
              <a:stretch>
                <a:fillRect/>
              </a:stretch>
            </p:blipFill>
            <p:spPr>
              <a:xfrm>
                <a:off x="43889930" y="1117845"/>
                <a:ext cx="7084800" cy="3985199"/>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5" name="Vista general de diapositiva 4">
                <a:extLst>
                  <a:ext uri="{FF2B5EF4-FFF2-40B4-BE49-F238E27FC236}">
                    <a16:creationId xmlns:a16="http://schemas.microsoft.com/office/drawing/2014/main" id="{2361EF63-7D1E-783D-CFBC-16008DAE98B0}"/>
                  </a:ext>
                </a:extLst>
              </p:cNvPr>
              <p:cNvGraphicFramePr>
                <a:graphicFrameLocks noChangeAspect="1"/>
              </p:cNvGraphicFramePr>
              <p:nvPr>
                <p:extLst>
                  <p:ext uri="{D42A27DB-BD31-4B8C-83A1-F6EECF244321}">
                    <p14:modId xmlns:p14="http://schemas.microsoft.com/office/powerpoint/2010/main" val="2270388018"/>
                  </p:ext>
                </p:extLst>
              </p:nvPr>
            </p:nvGraphicFramePr>
            <p:xfrm>
              <a:off x="34900024" y="1083816"/>
              <a:ext cx="7210783" cy="3844800"/>
            </p:xfrm>
            <a:graphic>
              <a:graphicData uri="http://schemas.microsoft.com/office/powerpoint/2016/slidezoom">
                <pslz:sldZm>
                  <pslz:sldZmObj sldId="264" cId="1206705849">
                    <pslz:zmPr id="{F5C2E68D-B240-43B0-8C41-907D0C005983}" transitionDur="1000">
                      <p166:blipFill xmlns:p166="http://schemas.microsoft.com/office/powerpoint/2016/6/main">
                        <a:blip r:embed="rId5"/>
                        <a:stretch>
                          <a:fillRect/>
                        </a:stretch>
                      </p166:blipFill>
                      <p166:spPr xmlns:p166="http://schemas.microsoft.com/office/powerpoint/2016/6/main">
                        <a:xfrm>
                          <a:off x="0" y="0"/>
                          <a:ext cx="7210783" cy="3844800"/>
                        </a:xfrm>
                        <a:prstGeom prst="rect">
                          <a:avLst/>
                        </a:prstGeom>
                        <a:ln w="3175">
                          <a:solidFill>
                            <a:prstClr val="ltGray"/>
                          </a:solidFill>
                        </a:ln>
                      </p166:spPr>
                    </pslz:zmPr>
                  </pslz:sldZmObj>
                </pslz:sldZm>
              </a:graphicData>
            </a:graphic>
          </p:graphicFrame>
        </mc:Choice>
        <mc:Fallback>
          <p:pic>
            <p:nvPicPr>
              <p:cNvPr id="5" name="Vista general de diapositiva 4">
                <a:hlinkClick r:id="rId6" action="ppaction://hlinksldjump"/>
                <a:extLst>
                  <a:ext uri="{FF2B5EF4-FFF2-40B4-BE49-F238E27FC236}">
                    <a16:creationId xmlns:a16="http://schemas.microsoft.com/office/drawing/2014/main" id="{2361EF63-7D1E-783D-CFBC-16008DAE98B0}"/>
                  </a:ext>
                </a:extLst>
              </p:cNvPr>
              <p:cNvPicPr>
                <a:picLocks noGrp="1" noRot="1" noChangeAspect="1" noMove="1" noResize="1" noEditPoints="1" noAdjustHandles="1" noChangeArrowheads="1" noChangeShapeType="1"/>
              </p:cNvPicPr>
              <p:nvPr/>
            </p:nvPicPr>
            <p:blipFill>
              <a:blip r:embed="rId5"/>
              <a:stretch>
                <a:fillRect/>
              </a:stretch>
            </p:blipFill>
            <p:spPr>
              <a:xfrm>
                <a:off x="34900024" y="1083816"/>
                <a:ext cx="7210783" cy="38448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7" name="Vista general de diapositiva 6">
                <a:extLst>
                  <a:ext uri="{FF2B5EF4-FFF2-40B4-BE49-F238E27FC236}">
                    <a16:creationId xmlns:a16="http://schemas.microsoft.com/office/drawing/2014/main" id="{518864CB-D89E-EEA4-863D-68E525AA5781}"/>
                  </a:ext>
                </a:extLst>
              </p:cNvPr>
              <p:cNvGraphicFramePr>
                <a:graphicFrameLocks noChangeAspect="1"/>
              </p:cNvGraphicFramePr>
              <p:nvPr>
                <p:extLst>
                  <p:ext uri="{D42A27DB-BD31-4B8C-83A1-F6EECF244321}">
                    <p14:modId xmlns:p14="http://schemas.microsoft.com/office/powerpoint/2010/main" val="2193425373"/>
                  </p:ext>
                </p:extLst>
              </p:nvPr>
            </p:nvGraphicFramePr>
            <p:xfrm>
              <a:off x="26620496" y="1062693"/>
              <a:ext cx="7155032" cy="3844800"/>
            </p:xfrm>
            <a:graphic>
              <a:graphicData uri="http://schemas.microsoft.com/office/powerpoint/2016/slidezoom">
                <pslz:sldZm>
                  <pslz:sldZmObj sldId="265" cId="73077636">
                    <pslz:zmPr id="{8324F6C1-5CC3-4576-AFE0-E4F092E2C248}" transitionDur="1000">
                      <p166:blipFill xmlns:p166="http://schemas.microsoft.com/office/powerpoint/2016/6/main">
                        <a:blip r:embed="rId7"/>
                        <a:stretch>
                          <a:fillRect/>
                        </a:stretch>
                      </p166:blipFill>
                      <p166:spPr xmlns:p166="http://schemas.microsoft.com/office/powerpoint/2016/6/main">
                        <a:xfrm>
                          <a:off x="0" y="0"/>
                          <a:ext cx="7155032" cy="3844800"/>
                        </a:xfrm>
                        <a:prstGeom prst="rect">
                          <a:avLst/>
                        </a:prstGeom>
                        <a:ln w="3175">
                          <a:solidFill>
                            <a:prstClr val="ltGray"/>
                          </a:solidFill>
                        </a:ln>
                      </p166:spPr>
                    </pslz:zmPr>
                  </pslz:sldZmObj>
                </pslz:sldZm>
              </a:graphicData>
            </a:graphic>
          </p:graphicFrame>
        </mc:Choice>
        <mc:Fallback>
          <p:pic>
            <p:nvPicPr>
              <p:cNvPr id="7" name="Vista general de diapositiva 6">
                <a:hlinkClick r:id="rId8" action="ppaction://hlinksldjump"/>
                <a:extLst>
                  <a:ext uri="{FF2B5EF4-FFF2-40B4-BE49-F238E27FC236}">
                    <a16:creationId xmlns:a16="http://schemas.microsoft.com/office/drawing/2014/main" id="{518864CB-D89E-EEA4-863D-68E525AA5781}"/>
                  </a:ext>
                </a:extLst>
              </p:cNvPr>
              <p:cNvPicPr>
                <a:picLocks noGrp="1" noRot="1" noChangeAspect="1" noMove="1" noResize="1" noEditPoints="1" noAdjustHandles="1" noChangeArrowheads="1" noChangeShapeType="1"/>
              </p:cNvPicPr>
              <p:nvPr/>
            </p:nvPicPr>
            <p:blipFill>
              <a:blip r:embed="rId7"/>
              <a:stretch>
                <a:fillRect/>
              </a:stretch>
            </p:blipFill>
            <p:spPr>
              <a:xfrm>
                <a:off x="26620496" y="1062693"/>
                <a:ext cx="7155032" cy="38448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18" name="Vista general de diapositiva 17">
                <a:extLst>
                  <a:ext uri="{FF2B5EF4-FFF2-40B4-BE49-F238E27FC236}">
                    <a16:creationId xmlns:a16="http://schemas.microsoft.com/office/drawing/2014/main" id="{118AEE5C-70D4-3127-8A14-45CD27F2E879}"/>
                  </a:ext>
                </a:extLst>
              </p:cNvPr>
              <p:cNvGraphicFramePr>
                <a:graphicFrameLocks noChangeAspect="1"/>
              </p:cNvGraphicFramePr>
              <p:nvPr>
                <p:extLst>
                  <p:ext uri="{D42A27DB-BD31-4B8C-83A1-F6EECF244321}">
                    <p14:modId xmlns:p14="http://schemas.microsoft.com/office/powerpoint/2010/main" val="2850575256"/>
                  </p:ext>
                </p:extLst>
              </p:nvPr>
            </p:nvGraphicFramePr>
            <p:xfrm>
              <a:off x="10945255" y="958590"/>
              <a:ext cx="7150976" cy="3844800"/>
            </p:xfrm>
            <a:graphic>
              <a:graphicData uri="http://schemas.microsoft.com/office/powerpoint/2016/slidezoom">
                <pslz:sldZm>
                  <pslz:sldZmObj sldId="267" cId="2619889004">
                    <pslz:zmPr id="{FBAA0186-2B38-47B9-B08F-E9D9BFCCECD6}" transitionDur="1000">
                      <p166:blipFill xmlns:p166="http://schemas.microsoft.com/office/powerpoint/2016/6/main">
                        <a:blip r:embed="rId9"/>
                        <a:stretch>
                          <a:fillRect/>
                        </a:stretch>
                      </p166:blipFill>
                      <p166:spPr xmlns:p166="http://schemas.microsoft.com/office/powerpoint/2016/6/main">
                        <a:xfrm>
                          <a:off x="0" y="0"/>
                          <a:ext cx="7150976" cy="3844800"/>
                        </a:xfrm>
                        <a:prstGeom prst="rect">
                          <a:avLst/>
                        </a:prstGeom>
                        <a:ln w="3175">
                          <a:solidFill>
                            <a:prstClr val="ltGray"/>
                          </a:solidFill>
                        </a:ln>
                      </p166:spPr>
                    </pslz:zmPr>
                  </pslz:sldZmObj>
                </pslz:sldZm>
              </a:graphicData>
            </a:graphic>
          </p:graphicFrame>
        </mc:Choice>
        <mc:Fallback>
          <p:pic>
            <p:nvPicPr>
              <p:cNvPr id="18" name="Vista general de diapositiva 17">
                <a:hlinkClick r:id="rId10" action="ppaction://hlinksldjump"/>
                <a:extLst>
                  <a:ext uri="{FF2B5EF4-FFF2-40B4-BE49-F238E27FC236}">
                    <a16:creationId xmlns:a16="http://schemas.microsoft.com/office/drawing/2014/main" id="{118AEE5C-70D4-3127-8A14-45CD27F2E879}"/>
                  </a:ext>
                </a:extLst>
              </p:cNvPr>
              <p:cNvPicPr>
                <a:picLocks noGrp="1" noRot="1" noChangeAspect="1" noMove="1" noResize="1" noEditPoints="1" noAdjustHandles="1" noChangeArrowheads="1" noChangeShapeType="1"/>
              </p:cNvPicPr>
              <p:nvPr/>
            </p:nvPicPr>
            <p:blipFill>
              <a:blip r:embed="rId9"/>
              <a:stretch>
                <a:fillRect/>
              </a:stretch>
            </p:blipFill>
            <p:spPr>
              <a:xfrm>
                <a:off x="10945255" y="958590"/>
                <a:ext cx="7150976" cy="38448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22" name="Vista general de diapositiva 21">
                <a:extLst>
                  <a:ext uri="{FF2B5EF4-FFF2-40B4-BE49-F238E27FC236}">
                    <a16:creationId xmlns:a16="http://schemas.microsoft.com/office/drawing/2014/main" id="{9D973F48-E7FE-D200-B9F2-C27BA44DC967}"/>
                  </a:ext>
                </a:extLst>
              </p:cNvPr>
              <p:cNvGraphicFramePr>
                <a:graphicFrameLocks noChangeAspect="1"/>
              </p:cNvGraphicFramePr>
              <p:nvPr>
                <p:extLst>
                  <p:ext uri="{D42A27DB-BD31-4B8C-83A1-F6EECF244321}">
                    <p14:modId xmlns:p14="http://schemas.microsoft.com/office/powerpoint/2010/main" val="2098394195"/>
                  </p:ext>
                </p:extLst>
              </p:nvPr>
            </p:nvGraphicFramePr>
            <p:xfrm>
              <a:off x="2669783" y="1083816"/>
              <a:ext cx="7150976" cy="3844800"/>
            </p:xfrm>
            <a:graphic>
              <a:graphicData uri="http://schemas.microsoft.com/office/powerpoint/2016/slidezoom">
                <pslz:sldZm>
                  <pslz:sldZmObj sldId="268" cId="3946122391">
                    <pslz:zmPr id="{54DA1DFE-1E73-4A07-97D2-9658D7E821C5}" transitionDur="1000">
                      <p166:blipFill xmlns:p166="http://schemas.microsoft.com/office/powerpoint/2016/6/main">
                        <a:blip r:embed="rId11"/>
                        <a:stretch>
                          <a:fillRect/>
                        </a:stretch>
                      </p166:blipFill>
                      <p166:spPr xmlns:p166="http://schemas.microsoft.com/office/powerpoint/2016/6/main">
                        <a:xfrm>
                          <a:off x="0" y="0"/>
                          <a:ext cx="7150976" cy="3844800"/>
                        </a:xfrm>
                        <a:prstGeom prst="rect">
                          <a:avLst/>
                        </a:prstGeom>
                        <a:ln w="3175">
                          <a:solidFill>
                            <a:prstClr val="ltGray"/>
                          </a:solidFill>
                        </a:ln>
                      </p166:spPr>
                    </pslz:zmPr>
                  </pslz:sldZmObj>
                </pslz:sldZm>
              </a:graphicData>
            </a:graphic>
          </p:graphicFrame>
        </mc:Choice>
        <mc:Fallback>
          <p:pic>
            <p:nvPicPr>
              <p:cNvPr id="22" name="Vista general de diapositiva 21">
                <a:hlinkClick r:id="rId12" action="ppaction://hlinksldjump"/>
                <a:extLst>
                  <a:ext uri="{FF2B5EF4-FFF2-40B4-BE49-F238E27FC236}">
                    <a16:creationId xmlns:a16="http://schemas.microsoft.com/office/drawing/2014/main" id="{9D973F48-E7FE-D200-B9F2-C27BA44DC967}"/>
                  </a:ext>
                </a:extLst>
              </p:cNvPr>
              <p:cNvPicPr>
                <a:picLocks noGrp="1" noRot="1" noChangeAspect="1" noMove="1" noResize="1" noEditPoints="1" noAdjustHandles="1" noChangeArrowheads="1" noChangeShapeType="1"/>
              </p:cNvPicPr>
              <p:nvPr/>
            </p:nvPicPr>
            <p:blipFill>
              <a:blip r:embed="rId11"/>
              <a:stretch>
                <a:fillRect/>
              </a:stretch>
            </p:blipFill>
            <p:spPr>
              <a:xfrm>
                <a:off x="2669783" y="1083816"/>
                <a:ext cx="7150976" cy="38448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14" name="Vista general de diapositiva 13">
                <a:extLst>
                  <a:ext uri="{FF2B5EF4-FFF2-40B4-BE49-F238E27FC236}">
                    <a16:creationId xmlns:a16="http://schemas.microsoft.com/office/drawing/2014/main" id="{0A187EED-2DFA-A323-CD44-2B779C6B5CC7}"/>
                  </a:ext>
                </a:extLst>
              </p:cNvPr>
              <p:cNvGraphicFramePr>
                <a:graphicFrameLocks noChangeAspect="1"/>
              </p:cNvGraphicFramePr>
              <p:nvPr>
                <p:extLst>
                  <p:ext uri="{D42A27DB-BD31-4B8C-83A1-F6EECF244321}">
                    <p14:modId xmlns:p14="http://schemas.microsoft.com/office/powerpoint/2010/main" val="226476903"/>
                  </p:ext>
                </p:extLst>
              </p:nvPr>
            </p:nvGraphicFramePr>
            <p:xfrm>
              <a:off x="18845568" y="830997"/>
              <a:ext cx="7025591" cy="3844800"/>
            </p:xfrm>
            <a:graphic>
              <a:graphicData uri="http://schemas.microsoft.com/office/powerpoint/2016/slidezoom">
                <pslz:sldZm>
                  <pslz:sldZmObj sldId="266" cId="376645527">
                    <pslz:zmPr id="{33C655B4-6B9B-4C63-95D1-276C1C5392A4}" transitionDur="1000">
                      <p166:blipFill xmlns:p166="http://schemas.microsoft.com/office/powerpoint/2016/6/main">
                        <a:blip r:embed="rId13"/>
                        <a:stretch>
                          <a:fillRect/>
                        </a:stretch>
                      </p166:blipFill>
                      <p166:spPr xmlns:p166="http://schemas.microsoft.com/office/powerpoint/2016/6/main">
                        <a:xfrm>
                          <a:off x="0" y="0"/>
                          <a:ext cx="7025591" cy="3844800"/>
                        </a:xfrm>
                        <a:prstGeom prst="rect">
                          <a:avLst/>
                        </a:prstGeom>
                        <a:ln w="3175">
                          <a:solidFill>
                            <a:prstClr val="ltGray"/>
                          </a:solidFill>
                        </a:ln>
                      </p166:spPr>
                    </pslz:zmPr>
                  </pslz:sldZmObj>
                </pslz:sldZm>
              </a:graphicData>
            </a:graphic>
          </p:graphicFrame>
        </mc:Choice>
        <mc:Fallback>
          <p:pic>
            <p:nvPicPr>
              <p:cNvPr id="14" name="Vista general de diapositiva 13">
                <a:hlinkClick r:id="rId14" action="ppaction://hlinksldjump"/>
                <a:extLst>
                  <a:ext uri="{FF2B5EF4-FFF2-40B4-BE49-F238E27FC236}">
                    <a16:creationId xmlns:a16="http://schemas.microsoft.com/office/drawing/2014/main" id="{0A187EED-2DFA-A323-CD44-2B779C6B5CC7}"/>
                  </a:ext>
                </a:extLst>
              </p:cNvPr>
              <p:cNvPicPr>
                <a:picLocks noGrp="1" noRot="1" noChangeAspect="1" noMove="1" noResize="1" noEditPoints="1" noAdjustHandles="1" noChangeArrowheads="1" noChangeShapeType="1"/>
              </p:cNvPicPr>
              <p:nvPr/>
            </p:nvPicPr>
            <p:blipFill>
              <a:blip r:embed="rId13"/>
              <a:stretch>
                <a:fillRect/>
              </a:stretch>
            </p:blipFill>
            <p:spPr>
              <a:xfrm>
                <a:off x="18845568" y="830997"/>
                <a:ext cx="7025591" cy="38448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26" name="Vista general de diapositiva 25">
                <a:extLst>
                  <a:ext uri="{FF2B5EF4-FFF2-40B4-BE49-F238E27FC236}">
                    <a16:creationId xmlns:a16="http://schemas.microsoft.com/office/drawing/2014/main" id="{2FEC61FF-95D4-72F8-15EF-3361D44784C0}"/>
                  </a:ext>
                </a:extLst>
              </p:cNvPr>
              <p:cNvGraphicFramePr>
                <a:graphicFrameLocks noChangeAspect="1"/>
              </p:cNvGraphicFramePr>
              <p:nvPr>
                <p:extLst>
                  <p:ext uri="{D42A27DB-BD31-4B8C-83A1-F6EECF244321}">
                    <p14:modId xmlns:p14="http://schemas.microsoft.com/office/powerpoint/2010/main" val="1132481403"/>
                  </p:ext>
                </p:extLst>
              </p:nvPr>
            </p:nvGraphicFramePr>
            <p:xfrm>
              <a:off x="-5418400" y="1062693"/>
              <a:ext cx="6835200" cy="3844800"/>
            </p:xfrm>
            <a:graphic>
              <a:graphicData uri="http://schemas.microsoft.com/office/powerpoint/2016/slidezoom">
                <pslz:sldZm>
                  <pslz:sldZmObj sldId="269" cId="1443209632">
                    <pslz:zmPr id="{016513C0-A436-4CFE-ABA1-DB78B6531D52}" transitionDur="1000">
                      <p166:blipFill xmlns:p166="http://schemas.microsoft.com/office/powerpoint/2016/6/main">
                        <a:blip r:embed="rId15"/>
                        <a:stretch>
                          <a:fillRect/>
                        </a:stretch>
                      </p166:blipFill>
                      <p166:spPr xmlns:p166="http://schemas.microsoft.com/office/powerpoint/2016/6/main">
                        <a:xfrm>
                          <a:off x="0" y="0"/>
                          <a:ext cx="6835200" cy="3844800"/>
                        </a:xfrm>
                        <a:prstGeom prst="rect">
                          <a:avLst/>
                        </a:prstGeom>
                        <a:ln w="3175">
                          <a:solidFill>
                            <a:prstClr val="ltGray"/>
                          </a:solidFill>
                        </a:ln>
                      </p166:spPr>
                    </pslz:zmPr>
                  </pslz:sldZmObj>
                </pslz:sldZm>
              </a:graphicData>
            </a:graphic>
          </p:graphicFrame>
        </mc:Choice>
        <mc:Fallback>
          <p:pic>
            <p:nvPicPr>
              <p:cNvPr id="26" name="Vista general de diapositiva 25">
                <a:hlinkClick r:id="rId16" action="ppaction://hlinksldjump"/>
                <a:extLst>
                  <a:ext uri="{FF2B5EF4-FFF2-40B4-BE49-F238E27FC236}">
                    <a16:creationId xmlns:a16="http://schemas.microsoft.com/office/drawing/2014/main" id="{2FEC61FF-95D4-72F8-15EF-3361D44784C0}"/>
                  </a:ext>
                </a:extLst>
              </p:cNvPr>
              <p:cNvPicPr>
                <a:picLocks noGrp="1" noRot="1" noChangeAspect="1" noMove="1" noResize="1" noEditPoints="1" noAdjustHandles="1" noChangeArrowheads="1" noChangeShapeType="1"/>
              </p:cNvPicPr>
              <p:nvPr/>
            </p:nvPicPr>
            <p:blipFill>
              <a:blip r:embed="rId15"/>
              <a:stretch>
                <a:fillRect/>
              </a:stretch>
            </p:blipFill>
            <p:spPr>
              <a:xfrm>
                <a:off x="-5418400" y="1062693"/>
                <a:ext cx="6835200" cy="3844800"/>
              </a:xfrm>
              <a:prstGeom prst="rect">
                <a:avLst/>
              </a:prstGeom>
              <a:ln w="3175">
                <a:solidFill>
                  <a:prstClr val="ltGray"/>
                </a:solidFill>
              </a:ln>
            </p:spPr>
          </p:pic>
        </mc:Fallback>
      </mc:AlternateContent>
      <p:sp>
        <p:nvSpPr>
          <p:cNvPr id="2" name="Elipse 1">
            <a:extLst>
              <a:ext uri="{FF2B5EF4-FFF2-40B4-BE49-F238E27FC236}">
                <a16:creationId xmlns:a16="http://schemas.microsoft.com/office/drawing/2014/main" id="{52E60C82-2C15-DC1A-948E-15002D8D187D}"/>
              </a:ext>
            </a:extLst>
          </p:cNvPr>
          <p:cNvSpPr/>
          <p:nvPr/>
        </p:nvSpPr>
        <p:spPr>
          <a:xfrm>
            <a:off x="10347536" y="30713"/>
            <a:ext cx="1706034" cy="1629664"/>
          </a:xfrm>
          <a:prstGeom prst="ellipse">
            <a:avLst/>
          </a:prstGeom>
          <a:gradFill>
            <a:gsLst>
              <a:gs pos="0">
                <a:schemeClr val="bg1"/>
              </a:gs>
              <a:gs pos="100000">
                <a:schemeClr val="accent5">
                  <a:lumMod val="95000"/>
                  <a:lumOff val="5000"/>
                </a:schemeClr>
              </a:gs>
            </a:gsLst>
            <a:path path="circle">
              <a:fillToRect l="50000" t="130000" r="50000" b="-30000"/>
            </a:path>
          </a:gradFill>
          <a:effectLst>
            <a:softEdge rad="4953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Tree>
    <p:extLst>
      <p:ext uri="{BB962C8B-B14F-4D97-AF65-F5344CB8AC3E}">
        <p14:creationId xmlns:p14="http://schemas.microsoft.com/office/powerpoint/2010/main" val="19076110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40000"/>
                <a:lumOff val="60000"/>
              </a:schemeClr>
            </a:gs>
            <a:gs pos="46000">
              <a:schemeClr val="accent5">
                <a:lumMod val="95000"/>
                <a:lumOff val="5000"/>
              </a:schemeClr>
            </a:gs>
            <a:gs pos="100000">
              <a:schemeClr val="tx1"/>
            </a:gs>
          </a:gsLst>
          <a:path path="circle">
            <a:fillToRect l="50000" t="130000" r="50000" b="-30000"/>
          </a:path>
          <a:tileRect/>
        </a:gradFill>
        <a:effectLst/>
      </p:bgPr>
    </p:bg>
    <p:spTree>
      <p:nvGrpSpPr>
        <p:cNvPr id="1" name="">
          <a:extLst>
            <a:ext uri="{FF2B5EF4-FFF2-40B4-BE49-F238E27FC236}">
              <a16:creationId xmlns:a16="http://schemas.microsoft.com/office/drawing/2014/main" id="{212DB6D5-72FB-C1E3-8F4B-58AFFC576D56}"/>
            </a:ext>
          </a:extLst>
        </p:cNvPr>
        <p:cNvGrpSpPr/>
        <p:nvPr/>
      </p:nvGrpSpPr>
      <p:grpSpPr>
        <a:xfrm>
          <a:off x="0" y="0"/>
          <a:ext cx="0" cy="0"/>
          <a:chOff x="0" y="0"/>
          <a:chExt cx="0" cy="0"/>
        </a:xfrm>
      </p:grpSpPr>
      <p:sp>
        <p:nvSpPr>
          <p:cNvPr id="10" name="Rectángulo 9">
            <a:extLst>
              <a:ext uri="{FF2B5EF4-FFF2-40B4-BE49-F238E27FC236}">
                <a16:creationId xmlns:a16="http://schemas.microsoft.com/office/drawing/2014/main" id="{60C99131-1BA4-3906-14E3-C8AE6831D325}"/>
              </a:ext>
            </a:extLst>
          </p:cNvPr>
          <p:cNvSpPr/>
          <p:nvPr/>
        </p:nvSpPr>
        <p:spPr>
          <a:xfrm>
            <a:off x="2532888" y="1005840"/>
            <a:ext cx="7278624" cy="3922776"/>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1" name="CuadroTexto 10">
            <a:extLst>
              <a:ext uri="{FF2B5EF4-FFF2-40B4-BE49-F238E27FC236}">
                <a16:creationId xmlns:a16="http://schemas.microsoft.com/office/drawing/2014/main" id="{B4164009-D480-0BDE-8145-614640C3D585}"/>
              </a:ext>
            </a:extLst>
          </p:cNvPr>
          <p:cNvSpPr txBox="1"/>
          <p:nvPr/>
        </p:nvSpPr>
        <p:spPr>
          <a:xfrm>
            <a:off x="213360" y="0"/>
            <a:ext cx="12100560" cy="830997"/>
          </a:xfrm>
          <a:prstGeom prst="rect">
            <a:avLst/>
          </a:prstGeom>
          <a:gradFill>
            <a:gsLst>
              <a:gs pos="0">
                <a:schemeClr val="accent5">
                  <a:lumMod val="40000"/>
                  <a:lumOff val="60000"/>
                </a:schemeClr>
              </a:gs>
              <a:gs pos="46000">
                <a:schemeClr val="accent5">
                  <a:lumMod val="95000"/>
                  <a:lumOff val="5000"/>
                </a:schemeClr>
              </a:gs>
              <a:gs pos="100000">
                <a:schemeClr val="tx1"/>
              </a:gs>
            </a:gsLst>
            <a:path path="circle">
              <a:fillToRect l="50000" t="130000" r="50000" b="-30000"/>
            </a:path>
          </a:gradFill>
        </p:spPr>
        <p:txBody>
          <a:bodyPr wrap="square" rtlCol="0">
            <a:spAutoFit/>
          </a:bodyPr>
          <a:lstStyle/>
          <a:p>
            <a:pPr algn="ctr"/>
            <a:r>
              <a:rPr lang="es-CO" sz="4800" dirty="0">
                <a:latin typeface="Arial Black" panose="020B0A04020102020204" pitchFamily="34" charset="0"/>
              </a:rPr>
              <a:t>INGENIERIA DE SOFTWARE</a:t>
            </a:r>
          </a:p>
        </p:txBody>
      </p:sp>
      <p:pic>
        <p:nvPicPr>
          <p:cNvPr id="9" name="Imagen 8">
            <a:extLst>
              <a:ext uri="{FF2B5EF4-FFF2-40B4-BE49-F238E27FC236}">
                <a16:creationId xmlns:a16="http://schemas.microsoft.com/office/drawing/2014/main" id="{B1AC17F6-D0D3-6F9C-65A6-A46AB8DB9F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2447" y="-1035702"/>
            <a:ext cx="9599506" cy="9112284"/>
          </a:xfrm>
          <a:prstGeom prst="rect">
            <a:avLst/>
          </a:prstGeom>
          <a:effectLst>
            <a:outerShdw blurRad="88900" dist="38100" dir="2700000" algn="tl" rotWithShape="0">
              <a:schemeClr val="bg1">
                <a:alpha val="40000"/>
              </a:schemeClr>
            </a:outerShdw>
          </a:effectLst>
        </p:spPr>
      </p:pic>
      <p:sp>
        <p:nvSpPr>
          <p:cNvPr id="12" name="Elipse 11">
            <a:extLst>
              <a:ext uri="{FF2B5EF4-FFF2-40B4-BE49-F238E27FC236}">
                <a16:creationId xmlns:a16="http://schemas.microsoft.com/office/drawing/2014/main" id="{EE394FD3-3477-52D8-4491-E73705E46FA1}"/>
              </a:ext>
            </a:extLst>
          </p:cNvPr>
          <p:cNvSpPr/>
          <p:nvPr/>
        </p:nvSpPr>
        <p:spPr>
          <a:xfrm>
            <a:off x="519430" y="-500934"/>
            <a:ext cx="1706034" cy="1629664"/>
          </a:xfrm>
          <a:prstGeom prst="ellipse">
            <a:avLst/>
          </a:prstGeom>
          <a:gradFill>
            <a:gsLst>
              <a:gs pos="0">
                <a:schemeClr val="bg1"/>
              </a:gs>
              <a:gs pos="100000">
                <a:schemeClr val="accent5">
                  <a:lumMod val="95000"/>
                  <a:lumOff val="5000"/>
                </a:schemeClr>
              </a:gs>
            </a:gsLst>
            <a:path path="circle">
              <a:fillToRect l="50000" t="130000" r="50000" b="-30000"/>
            </a:path>
          </a:gradFill>
          <a:effectLst>
            <a:softEdge rad="4953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3" name="Elipse 12">
            <a:extLst>
              <a:ext uri="{FF2B5EF4-FFF2-40B4-BE49-F238E27FC236}">
                <a16:creationId xmlns:a16="http://schemas.microsoft.com/office/drawing/2014/main" id="{05E8FEC6-3D13-DEB8-874B-745C802A7779}"/>
              </a:ext>
            </a:extLst>
          </p:cNvPr>
          <p:cNvSpPr/>
          <p:nvPr/>
        </p:nvSpPr>
        <p:spPr>
          <a:xfrm>
            <a:off x="671830" y="-348534"/>
            <a:ext cx="1706034" cy="1629664"/>
          </a:xfrm>
          <a:prstGeom prst="ellipse">
            <a:avLst/>
          </a:prstGeom>
          <a:gradFill>
            <a:gsLst>
              <a:gs pos="0">
                <a:schemeClr val="bg1"/>
              </a:gs>
              <a:gs pos="100000">
                <a:schemeClr val="accent5">
                  <a:lumMod val="95000"/>
                  <a:lumOff val="5000"/>
                </a:schemeClr>
              </a:gs>
            </a:gsLst>
            <a:path path="circle">
              <a:fillToRect l="50000" t="130000" r="50000" b="-30000"/>
            </a:path>
          </a:gradFill>
          <a:effectLst>
            <a:softEdge rad="4953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mc:AlternateContent xmlns:mc="http://schemas.openxmlformats.org/markup-compatibility/2006">
        <mc:Choice xmlns:pslz="http://schemas.microsoft.com/office/powerpoint/2016/slidezoom" Requires="pslz">
          <p:graphicFrame>
            <p:nvGraphicFramePr>
              <p:cNvPr id="3" name="Vista general de diapositiva 2">
                <a:extLst>
                  <a:ext uri="{FF2B5EF4-FFF2-40B4-BE49-F238E27FC236}">
                    <a16:creationId xmlns:a16="http://schemas.microsoft.com/office/drawing/2014/main" id="{0EA1D177-9527-C3DE-249D-8C7325E7CCC0}"/>
                  </a:ext>
                </a:extLst>
              </p:cNvPr>
              <p:cNvGraphicFramePr>
                <a:graphicFrameLocks noChangeAspect="1"/>
              </p:cNvGraphicFramePr>
              <p:nvPr>
                <p:extLst>
                  <p:ext uri="{D42A27DB-BD31-4B8C-83A1-F6EECF244321}">
                    <p14:modId xmlns:p14="http://schemas.microsoft.com/office/powerpoint/2010/main" val="1062324621"/>
                  </p:ext>
                </p:extLst>
              </p:nvPr>
            </p:nvGraphicFramePr>
            <p:xfrm>
              <a:off x="52096670" y="1117845"/>
              <a:ext cx="7084800" cy="3985199"/>
            </p:xfrm>
            <a:graphic>
              <a:graphicData uri="http://schemas.microsoft.com/office/powerpoint/2016/slidezoom">
                <pslz:sldZm>
                  <pslz:sldZmObj sldId="263" cId="1853309051">
                    <pslz:zmPr id="{3D69B49B-25D4-4F5A-AB3E-C400CE78D672}" transitionDur="1000">
                      <p166:blipFill xmlns:p166="http://schemas.microsoft.com/office/powerpoint/2016/6/main">
                        <a:blip r:embed="rId3"/>
                        <a:stretch>
                          <a:fillRect/>
                        </a:stretch>
                      </p166:blipFill>
                      <p166:spPr xmlns:p166="http://schemas.microsoft.com/office/powerpoint/2016/6/main">
                        <a:xfrm>
                          <a:off x="0" y="0"/>
                          <a:ext cx="7084800" cy="3985199"/>
                        </a:xfrm>
                        <a:prstGeom prst="rect">
                          <a:avLst/>
                        </a:prstGeom>
                        <a:ln w="3175">
                          <a:solidFill>
                            <a:prstClr val="ltGray"/>
                          </a:solidFill>
                        </a:ln>
                      </p166:spPr>
                    </pslz:zmPr>
                  </pslz:sldZmObj>
                </pslz:sldZm>
              </a:graphicData>
            </a:graphic>
          </p:graphicFrame>
        </mc:Choice>
        <mc:Fallback>
          <p:pic>
            <p:nvPicPr>
              <p:cNvPr id="3" name="Vista general de diapositiva 2">
                <a:hlinkClick r:id="rId4" action="ppaction://hlinksldjump"/>
                <a:extLst>
                  <a:ext uri="{FF2B5EF4-FFF2-40B4-BE49-F238E27FC236}">
                    <a16:creationId xmlns:a16="http://schemas.microsoft.com/office/drawing/2014/main" id="{0EA1D177-9527-C3DE-249D-8C7325E7CCC0}"/>
                  </a:ext>
                </a:extLst>
              </p:cNvPr>
              <p:cNvPicPr>
                <a:picLocks noGrp="1" noRot="1" noChangeAspect="1" noMove="1" noResize="1" noEditPoints="1" noAdjustHandles="1" noChangeArrowheads="1" noChangeShapeType="1"/>
              </p:cNvPicPr>
              <p:nvPr/>
            </p:nvPicPr>
            <p:blipFill>
              <a:blip r:embed="rId3"/>
              <a:stretch>
                <a:fillRect/>
              </a:stretch>
            </p:blipFill>
            <p:spPr>
              <a:xfrm>
                <a:off x="52096670" y="1117845"/>
                <a:ext cx="7084800" cy="3985199"/>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5" name="Vista general de diapositiva 4">
                <a:extLst>
                  <a:ext uri="{FF2B5EF4-FFF2-40B4-BE49-F238E27FC236}">
                    <a16:creationId xmlns:a16="http://schemas.microsoft.com/office/drawing/2014/main" id="{F422518B-3474-A983-C9E8-2F246F307DCB}"/>
                  </a:ext>
                </a:extLst>
              </p:cNvPr>
              <p:cNvGraphicFramePr>
                <a:graphicFrameLocks noChangeAspect="1"/>
              </p:cNvGraphicFramePr>
              <p:nvPr>
                <p:extLst>
                  <p:ext uri="{D42A27DB-BD31-4B8C-83A1-F6EECF244321}">
                    <p14:modId xmlns:p14="http://schemas.microsoft.com/office/powerpoint/2010/main" val="1017552661"/>
                  </p:ext>
                </p:extLst>
              </p:nvPr>
            </p:nvGraphicFramePr>
            <p:xfrm>
              <a:off x="43106764" y="1083816"/>
              <a:ext cx="7210783" cy="3844800"/>
            </p:xfrm>
            <a:graphic>
              <a:graphicData uri="http://schemas.microsoft.com/office/powerpoint/2016/slidezoom">
                <pslz:sldZm>
                  <pslz:sldZmObj sldId="264" cId="1206705849">
                    <pslz:zmPr id="{F5C2E68D-B240-43B0-8C41-907D0C005983}" transitionDur="1000">
                      <p166:blipFill xmlns:p166="http://schemas.microsoft.com/office/powerpoint/2016/6/main">
                        <a:blip r:embed="rId5"/>
                        <a:stretch>
                          <a:fillRect/>
                        </a:stretch>
                      </p166:blipFill>
                      <p166:spPr xmlns:p166="http://schemas.microsoft.com/office/powerpoint/2016/6/main">
                        <a:xfrm>
                          <a:off x="0" y="0"/>
                          <a:ext cx="7210783" cy="3844800"/>
                        </a:xfrm>
                        <a:prstGeom prst="rect">
                          <a:avLst/>
                        </a:prstGeom>
                        <a:ln w="3175">
                          <a:solidFill>
                            <a:prstClr val="ltGray"/>
                          </a:solidFill>
                        </a:ln>
                      </p166:spPr>
                    </pslz:zmPr>
                  </pslz:sldZmObj>
                </pslz:sldZm>
              </a:graphicData>
            </a:graphic>
          </p:graphicFrame>
        </mc:Choice>
        <mc:Fallback>
          <p:pic>
            <p:nvPicPr>
              <p:cNvPr id="5" name="Vista general de diapositiva 4">
                <a:hlinkClick r:id="rId6" action="ppaction://hlinksldjump"/>
                <a:extLst>
                  <a:ext uri="{FF2B5EF4-FFF2-40B4-BE49-F238E27FC236}">
                    <a16:creationId xmlns:a16="http://schemas.microsoft.com/office/drawing/2014/main" id="{F422518B-3474-A983-C9E8-2F246F307DCB}"/>
                  </a:ext>
                </a:extLst>
              </p:cNvPr>
              <p:cNvPicPr>
                <a:picLocks noGrp="1" noRot="1" noChangeAspect="1" noMove="1" noResize="1" noEditPoints="1" noAdjustHandles="1" noChangeArrowheads="1" noChangeShapeType="1"/>
              </p:cNvPicPr>
              <p:nvPr/>
            </p:nvPicPr>
            <p:blipFill>
              <a:blip r:embed="rId5"/>
              <a:stretch>
                <a:fillRect/>
              </a:stretch>
            </p:blipFill>
            <p:spPr>
              <a:xfrm>
                <a:off x="43106764" y="1083816"/>
                <a:ext cx="7210783" cy="38448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7" name="Vista general de diapositiva 6">
                <a:extLst>
                  <a:ext uri="{FF2B5EF4-FFF2-40B4-BE49-F238E27FC236}">
                    <a16:creationId xmlns:a16="http://schemas.microsoft.com/office/drawing/2014/main" id="{4584D11A-2875-C54F-C30D-44928DA45425}"/>
                  </a:ext>
                </a:extLst>
              </p:cNvPr>
              <p:cNvGraphicFramePr>
                <a:graphicFrameLocks noChangeAspect="1"/>
              </p:cNvGraphicFramePr>
              <p:nvPr>
                <p:extLst>
                  <p:ext uri="{D42A27DB-BD31-4B8C-83A1-F6EECF244321}">
                    <p14:modId xmlns:p14="http://schemas.microsoft.com/office/powerpoint/2010/main" val="2541959180"/>
                  </p:ext>
                </p:extLst>
              </p:nvPr>
            </p:nvGraphicFramePr>
            <p:xfrm>
              <a:off x="34827236" y="1062693"/>
              <a:ext cx="7155032" cy="3844800"/>
            </p:xfrm>
            <a:graphic>
              <a:graphicData uri="http://schemas.microsoft.com/office/powerpoint/2016/slidezoom">
                <pslz:sldZm>
                  <pslz:sldZmObj sldId="265" cId="73077636">
                    <pslz:zmPr id="{8324F6C1-5CC3-4576-AFE0-E4F092E2C248}" transitionDur="1000">
                      <p166:blipFill xmlns:p166="http://schemas.microsoft.com/office/powerpoint/2016/6/main">
                        <a:blip r:embed="rId7"/>
                        <a:stretch>
                          <a:fillRect/>
                        </a:stretch>
                      </p166:blipFill>
                      <p166:spPr xmlns:p166="http://schemas.microsoft.com/office/powerpoint/2016/6/main">
                        <a:xfrm>
                          <a:off x="0" y="0"/>
                          <a:ext cx="7155032" cy="3844800"/>
                        </a:xfrm>
                        <a:prstGeom prst="rect">
                          <a:avLst/>
                        </a:prstGeom>
                        <a:ln w="3175">
                          <a:solidFill>
                            <a:prstClr val="ltGray"/>
                          </a:solidFill>
                        </a:ln>
                      </p166:spPr>
                    </pslz:zmPr>
                  </pslz:sldZmObj>
                </pslz:sldZm>
              </a:graphicData>
            </a:graphic>
          </p:graphicFrame>
        </mc:Choice>
        <mc:Fallback>
          <p:pic>
            <p:nvPicPr>
              <p:cNvPr id="7" name="Vista general de diapositiva 6">
                <a:hlinkClick r:id="rId8" action="ppaction://hlinksldjump"/>
                <a:extLst>
                  <a:ext uri="{FF2B5EF4-FFF2-40B4-BE49-F238E27FC236}">
                    <a16:creationId xmlns:a16="http://schemas.microsoft.com/office/drawing/2014/main" id="{4584D11A-2875-C54F-C30D-44928DA45425}"/>
                  </a:ext>
                </a:extLst>
              </p:cNvPr>
              <p:cNvPicPr>
                <a:picLocks noGrp="1" noRot="1" noChangeAspect="1" noMove="1" noResize="1" noEditPoints="1" noAdjustHandles="1" noChangeArrowheads="1" noChangeShapeType="1"/>
              </p:cNvPicPr>
              <p:nvPr/>
            </p:nvPicPr>
            <p:blipFill>
              <a:blip r:embed="rId7"/>
              <a:stretch>
                <a:fillRect/>
              </a:stretch>
            </p:blipFill>
            <p:spPr>
              <a:xfrm>
                <a:off x="34827236" y="1062693"/>
                <a:ext cx="7155032" cy="38448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18" name="Vista general de diapositiva 17">
                <a:extLst>
                  <a:ext uri="{FF2B5EF4-FFF2-40B4-BE49-F238E27FC236}">
                    <a16:creationId xmlns:a16="http://schemas.microsoft.com/office/drawing/2014/main" id="{7A0192F5-A907-E166-3864-C8700231C2CA}"/>
                  </a:ext>
                </a:extLst>
              </p:cNvPr>
              <p:cNvGraphicFramePr>
                <a:graphicFrameLocks noChangeAspect="1"/>
              </p:cNvGraphicFramePr>
              <p:nvPr>
                <p:extLst>
                  <p:ext uri="{D42A27DB-BD31-4B8C-83A1-F6EECF244321}">
                    <p14:modId xmlns:p14="http://schemas.microsoft.com/office/powerpoint/2010/main" val="1268676233"/>
                  </p:ext>
                </p:extLst>
              </p:nvPr>
            </p:nvGraphicFramePr>
            <p:xfrm>
              <a:off x="19151995" y="958590"/>
              <a:ext cx="7150976" cy="3844800"/>
            </p:xfrm>
            <a:graphic>
              <a:graphicData uri="http://schemas.microsoft.com/office/powerpoint/2016/slidezoom">
                <pslz:sldZm>
                  <pslz:sldZmObj sldId="267" cId="2619889004">
                    <pslz:zmPr id="{FBAA0186-2B38-47B9-B08F-E9D9BFCCECD6}" transitionDur="1000">
                      <p166:blipFill xmlns:p166="http://schemas.microsoft.com/office/powerpoint/2016/6/main">
                        <a:blip r:embed="rId9"/>
                        <a:stretch>
                          <a:fillRect/>
                        </a:stretch>
                      </p166:blipFill>
                      <p166:spPr xmlns:p166="http://schemas.microsoft.com/office/powerpoint/2016/6/main">
                        <a:xfrm>
                          <a:off x="0" y="0"/>
                          <a:ext cx="7150976" cy="3844800"/>
                        </a:xfrm>
                        <a:prstGeom prst="rect">
                          <a:avLst/>
                        </a:prstGeom>
                        <a:ln w="3175">
                          <a:solidFill>
                            <a:prstClr val="ltGray"/>
                          </a:solidFill>
                        </a:ln>
                      </p166:spPr>
                    </pslz:zmPr>
                  </pslz:sldZmObj>
                </pslz:sldZm>
              </a:graphicData>
            </a:graphic>
          </p:graphicFrame>
        </mc:Choice>
        <mc:Fallback>
          <p:pic>
            <p:nvPicPr>
              <p:cNvPr id="18" name="Vista general de diapositiva 17">
                <a:hlinkClick r:id="rId10" action="ppaction://hlinksldjump"/>
                <a:extLst>
                  <a:ext uri="{FF2B5EF4-FFF2-40B4-BE49-F238E27FC236}">
                    <a16:creationId xmlns:a16="http://schemas.microsoft.com/office/drawing/2014/main" id="{7A0192F5-A907-E166-3864-C8700231C2CA}"/>
                  </a:ext>
                </a:extLst>
              </p:cNvPr>
              <p:cNvPicPr>
                <a:picLocks noGrp="1" noRot="1" noChangeAspect="1" noMove="1" noResize="1" noEditPoints="1" noAdjustHandles="1" noChangeArrowheads="1" noChangeShapeType="1"/>
              </p:cNvPicPr>
              <p:nvPr/>
            </p:nvPicPr>
            <p:blipFill>
              <a:blip r:embed="rId9"/>
              <a:stretch>
                <a:fillRect/>
              </a:stretch>
            </p:blipFill>
            <p:spPr>
              <a:xfrm>
                <a:off x="19151995" y="958590"/>
                <a:ext cx="7150976" cy="38448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22" name="Vista general de diapositiva 21">
                <a:extLst>
                  <a:ext uri="{FF2B5EF4-FFF2-40B4-BE49-F238E27FC236}">
                    <a16:creationId xmlns:a16="http://schemas.microsoft.com/office/drawing/2014/main" id="{AACD1822-9605-45BD-0CB3-A7992ABE3506}"/>
                  </a:ext>
                </a:extLst>
              </p:cNvPr>
              <p:cNvGraphicFramePr>
                <a:graphicFrameLocks noChangeAspect="1"/>
              </p:cNvGraphicFramePr>
              <p:nvPr>
                <p:extLst>
                  <p:ext uri="{D42A27DB-BD31-4B8C-83A1-F6EECF244321}">
                    <p14:modId xmlns:p14="http://schemas.microsoft.com/office/powerpoint/2010/main" val="3531074069"/>
                  </p:ext>
                </p:extLst>
              </p:nvPr>
            </p:nvGraphicFramePr>
            <p:xfrm>
              <a:off x="10876523" y="1083816"/>
              <a:ext cx="7150976" cy="3844800"/>
            </p:xfrm>
            <a:graphic>
              <a:graphicData uri="http://schemas.microsoft.com/office/powerpoint/2016/slidezoom">
                <pslz:sldZm>
                  <pslz:sldZmObj sldId="268" cId="3946122391">
                    <pslz:zmPr id="{54DA1DFE-1E73-4A07-97D2-9658D7E821C5}" transitionDur="1000">
                      <p166:blipFill xmlns:p166="http://schemas.microsoft.com/office/powerpoint/2016/6/main">
                        <a:blip r:embed="rId11"/>
                        <a:stretch>
                          <a:fillRect/>
                        </a:stretch>
                      </p166:blipFill>
                      <p166:spPr xmlns:p166="http://schemas.microsoft.com/office/powerpoint/2016/6/main">
                        <a:xfrm>
                          <a:off x="0" y="0"/>
                          <a:ext cx="7150976" cy="3844800"/>
                        </a:xfrm>
                        <a:prstGeom prst="rect">
                          <a:avLst/>
                        </a:prstGeom>
                        <a:ln w="3175">
                          <a:solidFill>
                            <a:prstClr val="ltGray"/>
                          </a:solidFill>
                        </a:ln>
                      </p166:spPr>
                    </pslz:zmPr>
                  </pslz:sldZmObj>
                </pslz:sldZm>
              </a:graphicData>
            </a:graphic>
          </p:graphicFrame>
        </mc:Choice>
        <mc:Fallback>
          <p:pic>
            <p:nvPicPr>
              <p:cNvPr id="22" name="Vista general de diapositiva 21">
                <a:hlinkClick r:id="rId12" action="ppaction://hlinksldjump"/>
                <a:extLst>
                  <a:ext uri="{FF2B5EF4-FFF2-40B4-BE49-F238E27FC236}">
                    <a16:creationId xmlns:a16="http://schemas.microsoft.com/office/drawing/2014/main" id="{AACD1822-9605-45BD-0CB3-A7992ABE3506}"/>
                  </a:ext>
                </a:extLst>
              </p:cNvPr>
              <p:cNvPicPr>
                <a:picLocks noGrp="1" noRot="1" noChangeAspect="1" noMove="1" noResize="1" noEditPoints="1" noAdjustHandles="1" noChangeArrowheads="1" noChangeShapeType="1"/>
              </p:cNvPicPr>
              <p:nvPr/>
            </p:nvPicPr>
            <p:blipFill>
              <a:blip r:embed="rId11"/>
              <a:stretch>
                <a:fillRect/>
              </a:stretch>
            </p:blipFill>
            <p:spPr>
              <a:xfrm>
                <a:off x="10876523" y="1083816"/>
                <a:ext cx="7150976" cy="38448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26" name="Vista general de diapositiva 25">
                <a:extLst>
                  <a:ext uri="{FF2B5EF4-FFF2-40B4-BE49-F238E27FC236}">
                    <a16:creationId xmlns:a16="http://schemas.microsoft.com/office/drawing/2014/main" id="{BE38203E-3975-A0B9-1FFB-45E62779391B}"/>
                  </a:ext>
                </a:extLst>
              </p:cNvPr>
              <p:cNvGraphicFramePr>
                <a:graphicFrameLocks noChangeAspect="1"/>
              </p:cNvGraphicFramePr>
              <p:nvPr>
                <p:extLst>
                  <p:ext uri="{D42A27DB-BD31-4B8C-83A1-F6EECF244321}">
                    <p14:modId xmlns:p14="http://schemas.microsoft.com/office/powerpoint/2010/main" val="2402884263"/>
                  </p:ext>
                </p:extLst>
              </p:nvPr>
            </p:nvGraphicFramePr>
            <p:xfrm>
              <a:off x="2530263" y="1062693"/>
              <a:ext cx="7278623" cy="3844800"/>
            </p:xfrm>
            <a:graphic>
              <a:graphicData uri="http://schemas.microsoft.com/office/powerpoint/2016/slidezoom">
                <pslz:sldZm>
                  <pslz:sldZmObj sldId="269" cId="1443209632">
                    <pslz:zmPr id="{016513C0-A436-4CFE-ABA1-DB78B6531D52}" transitionDur="1000">
                      <p166:blipFill xmlns:p166="http://schemas.microsoft.com/office/powerpoint/2016/6/main">
                        <a:blip r:embed="rId13"/>
                        <a:stretch>
                          <a:fillRect/>
                        </a:stretch>
                      </p166:blipFill>
                      <p166:spPr xmlns:p166="http://schemas.microsoft.com/office/powerpoint/2016/6/main">
                        <a:xfrm>
                          <a:off x="0" y="0"/>
                          <a:ext cx="7278623" cy="3844800"/>
                        </a:xfrm>
                        <a:prstGeom prst="rect">
                          <a:avLst/>
                        </a:prstGeom>
                        <a:ln w="3175">
                          <a:solidFill>
                            <a:prstClr val="ltGray"/>
                          </a:solidFill>
                        </a:ln>
                      </p166:spPr>
                    </pslz:zmPr>
                  </pslz:sldZmObj>
                </pslz:sldZm>
              </a:graphicData>
            </a:graphic>
          </p:graphicFrame>
        </mc:Choice>
        <mc:Fallback>
          <p:pic>
            <p:nvPicPr>
              <p:cNvPr id="26" name="Vista general de diapositiva 25">
                <a:hlinkClick r:id="rId14" action="ppaction://hlinksldjump"/>
                <a:extLst>
                  <a:ext uri="{FF2B5EF4-FFF2-40B4-BE49-F238E27FC236}">
                    <a16:creationId xmlns:a16="http://schemas.microsoft.com/office/drawing/2014/main" id="{BE38203E-3975-A0B9-1FFB-45E62779391B}"/>
                  </a:ext>
                </a:extLst>
              </p:cNvPr>
              <p:cNvPicPr>
                <a:picLocks noGrp="1" noRot="1" noChangeAspect="1" noMove="1" noResize="1" noEditPoints="1" noAdjustHandles="1" noChangeArrowheads="1" noChangeShapeType="1"/>
              </p:cNvPicPr>
              <p:nvPr/>
            </p:nvPicPr>
            <p:blipFill>
              <a:blip r:embed="rId13"/>
              <a:stretch>
                <a:fillRect/>
              </a:stretch>
            </p:blipFill>
            <p:spPr>
              <a:xfrm>
                <a:off x="2530263" y="1062693"/>
                <a:ext cx="7278623" cy="38448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14" name="Vista general de diapositiva 13">
                <a:extLst>
                  <a:ext uri="{FF2B5EF4-FFF2-40B4-BE49-F238E27FC236}">
                    <a16:creationId xmlns:a16="http://schemas.microsoft.com/office/drawing/2014/main" id="{43044CD7-2168-7178-C153-7DDD565D7830}"/>
                  </a:ext>
                </a:extLst>
              </p:cNvPr>
              <p:cNvGraphicFramePr>
                <a:graphicFrameLocks noChangeAspect="1"/>
              </p:cNvGraphicFramePr>
              <p:nvPr>
                <p:extLst>
                  <p:ext uri="{D42A27DB-BD31-4B8C-83A1-F6EECF244321}">
                    <p14:modId xmlns:p14="http://schemas.microsoft.com/office/powerpoint/2010/main" val="2861220837"/>
                  </p:ext>
                </p:extLst>
              </p:nvPr>
            </p:nvGraphicFramePr>
            <p:xfrm>
              <a:off x="27052308" y="830997"/>
              <a:ext cx="7025591" cy="3844800"/>
            </p:xfrm>
            <a:graphic>
              <a:graphicData uri="http://schemas.microsoft.com/office/powerpoint/2016/slidezoom">
                <pslz:sldZm>
                  <pslz:sldZmObj sldId="266" cId="376645527">
                    <pslz:zmPr id="{33C655B4-6B9B-4C63-95D1-276C1C5392A4}" transitionDur="1000">
                      <p166:blipFill xmlns:p166="http://schemas.microsoft.com/office/powerpoint/2016/6/main">
                        <a:blip r:embed="rId15"/>
                        <a:stretch>
                          <a:fillRect/>
                        </a:stretch>
                      </p166:blipFill>
                      <p166:spPr xmlns:p166="http://schemas.microsoft.com/office/powerpoint/2016/6/main">
                        <a:xfrm>
                          <a:off x="0" y="0"/>
                          <a:ext cx="7025591" cy="3844800"/>
                        </a:xfrm>
                        <a:prstGeom prst="rect">
                          <a:avLst/>
                        </a:prstGeom>
                        <a:ln w="3175">
                          <a:solidFill>
                            <a:prstClr val="ltGray"/>
                          </a:solidFill>
                        </a:ln>
                      </p166:spPr>
                    </pslz:zmPr>
                  </pslz:sldZmObj>
                </pslz:sldZm>
              </a:graphicData>
            </a:graphic>
          </p:graphicFrame>
        </mc:Choice>
        <mc:Fallback>
          <p:pic>
            <p:nvPicPr>
              <p:cNvPr id="14" name="Vista general de diapositiva 13">
                <a:hlinkClick r:id="rId16" action="ppaction://hlinksldjump"/>
                <a:extLst>
                  <a:ext uri="{FF2B5EF4-FFF2-40B4-BE49-F238E27FC236}">
                    <a16:creationId xmlns:a16="http://schemas.microsoft.com/office/drawing/2014/main" id="{43044CD7-2168-7178-C153-7DDD565D7830}"/>
                  </a:ext>
                </a:extLst>
              </p:cNvPr>
              <p:cNvPicPr>
                <a:picLocks noGrp="1" noRot="1" noChangeAspect="1" noMove="1" noResize="1" noEditPoints="1" noAdjustHandles="1" noChangeArrowheads="1" noChangeShapeType="1"/>
              </p:cNvPicPr>
              <p:nvPr/>
            </p:nvPicPr>
            <p:blipFill>
              <a:blip r:embed="rId15"/>
              <a:stretch>
                <a:fillRect/>
              </a:stretch>
            </p:blipFill>
            <p:spPr>
              <a:xfrm>
                <a:off x="27052308" y="830997"/>
                <a:ext cx="7025591" cy="3844800"/>
              </a:xfrm>
              <a:prstGeom prst="rect">
                <a:avLst/>
              </a:prstGeom>
              <a:ln w="3175">
                <a:solidFill>
                  <a:prstClr val="ltGray"/>
                </a:solidFill>
              </a:ln>
            </p:spPr>
          </p:pic>
        </mc:Fallback>
      </mc:AlternateContent>
      <p:sp>
        <p:nvSpPr>
          <p:cNvPr id="2" name="Elipse 1">
            <a:extLst>
              <a:ext uri="{FF2B5EF4-FFF2-40B4-BE49-F238E27FC236}">
                <a16:creationId xmlns:a16="http://schemas.microsoft.com/office/drawing/2014/main" id="{59EE1BB8-4BEC-B7A7-9CC1-71F4A7FD82D9}"/>
              </a:ext>
            </a:extLst>
          </p:cNvPr>
          <p:cNvSpPr/>
          <p:nvPr/>
        </p:nvSpPr>
        <p:spPr>
          <a:xfrm>
            <a:off x="10347536" y="30713"/>
            <a:ext cx="1706034" cy="1629664"/>
          </a:xfrm>
          <a:prstGeom prst="ellipse">
            <a:avLst/>
          </a:prstGeom>
          <a:gradFill>
            <a:gsLst>
              <a:gs pos="0">
                <a:schemeClr val="bg1"/>
              </a:gs>
              <a:gs pos="100000">
                <a:schemeClr val="accent5">
                  <a:lumMod val="95000"/>
                  <a:lumOff val="5000"/>
                </a:schemeClr>
              </a:gs>
            </a:gsLst>
            <a:path path="circle">
              <a:fillToRect l="50000" t="130000" r="50000" b="-30000"/>
            </a:path>
          </a:gradFill>
          <a:effectLst>
            <a:softEdge rad="4953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Tree>
    <p:extLst>
      <p:ext uri="{BB962C8B-B14F-4D97-AF65-F5344CB8AC3E}">
        <p14:creationId xmlns:p14="http://schemas.microsoft.com/office/powerpoint/2010/main" val="197161041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chemeClr val="accent5">
            <a:lumMod val="60000"/>
            <a:lumOff val="40000"/>
          </a:schemeClr>
        </a:solidFill>
        <a:effectLst/>
      </p:bgPr>
    </p:bg>
    <p:spTree>
      <p:nvGrpSpPr>
        <p:cNvPr id="1" name=""/>
        <p:cNvGrpSpPr/>
        <p:nvPr/>
      </p:nvGrpSpPr>
      <p:grpSpPr>
        <a:xfrm>
          <a:off x="0" y="0"/>
          <a:ext cx="0" cy="0"/>
          <a:chOff x="0" y="0"/>
          <a:chExt cx="0" cy="0"/>
        </a:xfrm>
      </p:grpSpPr>
      <p:pic>
        <p:nvPicPr>
          <p:cNvPr id="3" name="Imagen 2" descr="Triste Evento Solitario Y De Depresión Fiesta De Cumpleaños De La Mujer Que  Se Celebra En Aislamiento. Espera Frustrada Y Ansiedad Imagen de archivo -  Imagen de frustrado, acontecimiento: 273699427">
            <a:extLst>
              <a:ext uri="{FF2B5EF4-FFF2-40B4-BE49-F238E27FC236}">
                <a16:creationId xmlns:a16="http://schemas.microsoft.com/office/drawing/2014/main" id="{6E0AF9E5-426A-A974-942A-6BC88189CF75}"/>
              </a:ext>
            </a:extLst>
          </p:cNvPr>
          <p:cNvPicPr>
            <a:picLocks noChangeAspect="1"/>
          </p:cNvPicPr>
          <p:nvPr/>
        </p:nvPicPr>
        <p:blipFill>
          <a:blip r:embed="rId2"/>
          <a:stretch>
            <a:fillRect/>
          </a:stretch>
        </p:blipFill>
        <p:spPr>
          <a:xfrm>
            <a:off x="5860869" y="1336119"/>
            <a:ext cx="5905836" cy="4185761"/>
          </a:xfrm>
          <a:prstGeom prst="rect">
            <a:avLst/>
          </a:prstGeom>
        </p:spPr>
      </p:pic>
      <p:sp>
        <p:nvSpPr>
          <p:cNvPr id="4" name="CuadroTexto 3">
            <a:extLst>
              <a:ext uri="{FF2B5EF4-FFF2-40B4-BE49-F238E27FC236}">
                <a16:creationId xmlns:a16="http://schemas.microsoft.com/office/drawing/2014/main" id="{3B2F6701-4AFD-1655-99E0-11578511A825}"/>
              </a:ext>
            </a:extLst>
          </p:cNvPr>
          <p:cNvSpPr txBox="1"/>
          <p:nvPr/>
        </p:nvSpPr>
        <p:spPr>
          <a:xfrm>
            <a:off x="508000" y="1076960"/>
            <a:ext cx="5080000" cy="4924425"/>
          </a:xfrm>
          <a:prstGeom prst="rect">
            <a:avLst/>
          </a:prstGeom>
          <a:noFill/>
        </p:spPr>
        <p:txBody>
          <a:bodyPr wrap="square" rtlCol="0">
            <a:spAutoFit/>
          </a:bodyPr>
          <a:lstStyle/>
          <a:p>
            <a:pPr algn="ctr"/>
            <a:r>
              <a:rPr lang="es-CO" sz="3200" dirty="0">
                <a:solidFill>
                  <a:schemeClr val="bg1"/>
                </a:solidFill>
                <a:latin typeface="Arial Black" panose="020B0A04020102020204" pitchFamily="34" charset="0"/>
              </a:rPr>
              <a:t>Problema real:</a:t>
            </a:r>
          </a:p>
          <a:p>
            <a:endParaRPr lang="es-CO" dirty="0"/>
          </a:p>
          <a:p>
            <a:r>
              <a:rPr lang="es-CO" sz="2400" dirty="0">
                <a:solidFill>
                  <a:schemeClr val="bg1"/>
                </a:solidFill>
                <a:latin typeface="Arial Narrow" panose="020B0606020202030204" pitchFamily="34" charset="0"/>
              </a:rPr>
              <a:t>Se requiere organizar una fiesta de cumpleaños para 60 personas aproximadamente, pero todo esta muy desordenado, no se sabe quien es el encargado de la comida ni de enviar las invitaciones, no se tiene un control del presupuesto, se olvidan las tareas que son importantes y el día de la fiesta sale todo mal.</a:t>
            </a:r>
          </a:p>
          <a:p>
            <a:r>
              <a:rPr lang="es-CO" sz="2400" dirty="0">
                <a:solidFill>
                  <a:schemeClr val="bg1"/>
                </a:solidFill>
                <a:latin typeface="Arial Narrow" panose="020B0606020202030204" pitchFamily="34" charset="0"/>
              </a:rPr>
              <a:t>Aparece la necesidad de crear una solución organizada.</a:t>
            </a:r>
          </a:p>
        </p:txBody>
      </p:sp>
    </p:spTree>
    <p:extLst>
      <p:ext uri="{BB962C8B-B14F-4D97-AF65-F5344CB8AC3E}">
        <p14:creationId xmlns:p14="http://schemas.microsoft.com/office/powerpoint/2010/main" val="339138503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chemeClr val="accent5">
            <a:lumMod val="60000"/>
            <a:lumOff val="40000"/>
          </a:schemeClr>
        </a:solidFill>
        <a:effectLst/>
      </p:bgPr>
    </p:bg>
    <p:spTree>
      <p:nvGrpSpPr>
        <p:cNvPr id="1" name="">
          <a:extLst>
            <a:ext uri="{FF2B5EF4-FFF2-40B4-BE49-F238E27FC236}">
              <a16:creationId xmlns:a16="http://schemas.microsoft.com/office/drawing/2014/main" id="{77338114-8788-C846-94C8-76FD20C11871}"/>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BFE5B8A5-A28C-9F13-35FF-99589A8570F2}"/>
              </a:ext>
            </a:extLst>
          </p:cNvPr>
          <p:cNvSpPr txBox="1"/>
          <p:nvPr/>
        </p:nvSpPr>
        <p:spPr>
          <a:xfrm>
            <a:off x="6431280" y="802640"/>
            <a:ext cx="5080000" cy="4678204"/>
          </a:xfrm>
          <a:prstGeom prst="rect">
            <a:avLst/>
          </a:prstGeom>
          <a:noFill/>
        </p:spPr>
        <p:txBody>
          <a:bodyPr wrap="square" rtlCol="0">
            <a:spAutoFit/>
          </a:bodyPr>
          <a:lstStyle/>
          <a:p>
            <a:pPr algn="ctr"/>
            <a:r>
              <a:rPr lang="es-CO" sz="3200" dirty="0">
                <a:solidFill>
                  <a:schemeClr val="bg1"/>
                </a:solidFill>
                <a:latin typeface="Arial Black" panose="020B0A04020102020204" pitchFamily="34" charset="0"/>
              </a:rPr>
              <a:t>¿Qué necesita la fiesta?</a:t>
            </a:r>
          </a:p>
          <a:p>
            <a:endParaRPr lang="es-CO" dirty="0"/>
          </a:p>
          <a:p>
            <a:r>
              <a:rPr lang="es-CO" sz="2400" dirty="0">
                <a:solidFill>
                  <a:schemeClr val="bg1"/>
                </a:solidFill>
                <a:latin typeface="Arial Narrow" panose="020B0606020202030204" pitchFamily="34" charset="0"/>
              </a:rPr>
              <a:t>Identificar:</a:t>
            </a:r>
          </a:p>
          <a:p>
            <a:pPr marL="342900" indent="-342900">
              <a:buFont typeface="Wingdings" panose="05000000000000000000" pitchFamily="2" charset="2"/>
              <a:buChar char="v"/>
            </a:pPr>
            <a:r>
              <a:rPr lang="es-CO" sz="2400" dirty="0">
                <a:solidFill>
                  <a:schemeClr val="bg1"/>
                </a:solidFill>
                <a:latin typeface="Arial Narrow" panose="020B0606020202030204" pitchFamily="34" charset="0"/>
              </a:rPr>
              <a:t>¿Cuántos invitados habrá?.</a:t>
            </a:r>
          </a:p>
          <a:p>
            <a:pPr marL="342900" indent="-342900">
              <a:buFont typeface="Wingdings" panose="05000000000000000000" pitchFamily="2" charset="2"/>
              <a:buChar char="v"/>
            </a:pPr>
            <a:r>
              <a:rPr lang="es-CO" sz="2400" dirty="0">
                <a:solidFill>
                  <a:schemeClr val="bg1"/>
                </a:solidFill>
                <a:latin typeface="Arial Narrow" panose="020B0606020202030204" pitchFamily="34" charset="0"/>
              </a:rPr>
              <a:t>¿Qué tipo de comida quieren?.</a:t>
            </a:r>
          </a:p>
          <a:p>
            <a:pPr marL="342900" indent="-342900">
              <a:buFont typeface="Wingdings" panose="05000000000000000000" pitchFamily="2" charset="2"/>
              <a:buChar char="v"/>
            </a:pPr>
            <a:r>
              <a:rPr lang="es-CO" sz="2400" dirty="0">
                <a:solidFill>
                  <a:schemeClr val="bg1"/>
                </a:solidFill>
                <a:latin typeface="Arial Narrow" panose="020B0606020202030204" pitchFamily="34" charset="0"/>
              </a:rPr>
              <a:t>¿Cuál es el presupuesto?.</a:t>
            </a:r>
          </a:p>
          <a:p>
            <a:pPr marL="342900" indent="-342900">
              <a:buFont typeface="Wingdings" panose="05000000000000000000" pitchFamily="2" charset="2"/>
              <a:buChar char="v"/>
            </a:pPr>
            <a:r>
              <a:rPr lang="es-CO" sz="2400" dirty="0">
                <a:solidFill>
                  <a:schemeClr val="bg1"/>
                </a:solidFill>
                <a:latin typeface="Arial Narrow" panose="020B0606020202030204" pitchFamily="34" charset="0"/>
              </a:rPr>
              <a:t>¿Dónde será?.</a:t>
            </a:r>
          </a:p>
          <a:p>
            <a:pPr marL="342900" indent="-342900">
              <a:buFont typeface="Wingdings" panose="05000000000000000000" pitchFamily="2" charset="2"/>
              <a:buChar char="v"/>
            </a:pPr>
            <a:endParaRPr lang="es-CO" sz="2400" dirty="0">
              <a:solidFill>
                <a:schemeClr val="bg1"/>
              </a:solidFill>
              <a:latin typeface="Arial Narrow" panose="020B0606020202030204" pitchFamily="34" charset="0"/>
            </a:endParaRPr>
          </a:p>
          <a:p>
            <a:r>
              <a:rPr lang="es-CO" sz="2400" dirty="0">
                <a:solidFill>
                  <a:schemeClr val="bg1"/>
                </a:solidFill>
                <a:latin typeface="Arial Narrow" panose="020B0606020202030204" pitchFamily="34" charset="0"/>
              </a:rPr>
              <a:t>Esto sería el levantamiento de requisitos, obtener toda la información que se requiera para dar solución a la necesidad.</a:t>
            </a:r>
          </a:p>
        </p:txBody>
      </p:sp>
      <p:pic>
        <p:nvPicPr>
          <p:cNvPr id="4" name="Imagen 3" descr="Cuestionamiento PNG, Dibujos, Vectores Para Descarga Gratuita - Pngtree">
            <a:extLst>
              <a:ext uri="{FF2B5EF4-FFF2-40B4-BE49-F238E27FC236}">
                <a16:creationId xmlns:a16="http://schemas.microsoft.com/office/drawing/2014/main" id="{9269E198-24EF-815C-D764-069B4E0E2210}"/>
              </a:ext>
            </a:extLst>
          </p:cNvPr>
          <p:cNvPicPr>
            <a:picLocks noChangeAspect="1"/>
          </p:cNvPicPr>
          <p:nvPr/>
        </p:nvPicPr>
        <p:blipFill>
          <a:blip r:embed="rId2"/>
          <a:stretch>
            <a:fillRect/>
          </a:stretch>
        </p:blipFill>
        <p:spPr>
          <a:xfrm>
            <a:off x="223520" y="1423434"/>
            <a:ext cx="6207760" cy="3436616"/>
          </a:xfrm>
          <a:prstGeom prst="rect">
            <a:avLst/>
          </a:prstGeom>
        </p:spPr>
      </p:pic>
    </p:spTree>
    <p:extLst>
      <p:ext uri="{BB962C8B-B14F-4D97-AF65-F5344CB8AC3E}">
        <p14:creationId xmlns:p14="http://schemas.microsoft.com/office/powerpoint/2010/main" val="272673026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chemeClr val="accent5">
            <a:lumMod val="60000"/>
            <a:lumOff val="40000"/>
          </a:schemeClr>
        </a:solidFill>
        <a:effectLst/>
      </p:bgPr>
    </p:bg>
    <p:spTree>
      <p:nvGrpSpPr>
        <p:cNvPr id="1" name="">
          <a:extLst>
            <a:ext uri="{FF2B5EF4-FFF2-40B4-BE49-F238E27FC236}">
              <a16:creationId xmlns:a16="http://schemas.microsoft.com/office/drawing/2014/main" id="{FED25611-0C58-2712-6353-E4EF416E2C0E}"/>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3A44018D-E214-4828-ADFA-5A5702BF069F}"/>
              </a:ext>
            </a:extLst>
          </p:cNvPr>
          <p:cNvSpPr txBox="1"/>
          <p:nvPr/>
        </p:nvSpPr>
        <p:spPr>
          <a:xfrm>
            <a:off x="345440" y="762000"/>
            <a:ext cx="5080000" cy="5539978"/>
          </a:xfrm>
          <a:prstGeom prst="rect">
            <a:avLst/>
          </a:prstGeom>
          <a:noFill/>
        </p:spPr>
        <p:txBody>
          <a:bodyPr wrap="square" rtlCol="0">
            <a:spAutoFit/>
          </a:bodyPr>
          <a:lstStyle/>
          <a:p>
            <a:pPr algn="ctr"/>
            <a:r>
              <a:rPr lang="es-CO" sz="3200" dirty="0">
                <a:solidFill>
                  <a:schemeClr val="bg1"/>
                </a:solidFill>
                <a:latin typeface="Arial Black" panose="020B0A04020102020204" pitchFamily="34" charset="0"/>
              </a:rPr>
              <a:t>Planear</a:t>
            </a:r>
          </a:p>
          <a:p>
            <a:pPr algn="ctr"/>
            <a:r>
              <a:rPr lang="es-CO" sz="3200" dirty="0">
                <a:solidFill>
                  <a:schemeClr val="bg1"/>
                </a:solidFill>
                <a:latin typeface="Arial Black" panose="020B0A04020102020204" pitchFamily="34" charset="0"/>
              </a:rPr>
              <a:t>Hacer la lista y el cronograma.</a:t>
            </a:r>
          </a:p>
          <a:p>
            <a:endParaRPr lang="es-CO" dirty="0"/>
          </a:p>
          <a:p>
            <a:r>
              <a:rPr lang="es-CO" sz="2400" dirty="0">
                <a:solidFill>
                  <a:schemeClr val="bg1"/>
                </a:solidFill>
                <a:latin typeface="Arial Narrow" panose="020B0606020202030204" pitchFamily="34" charset="0"/>
              </a:rPr>
              <a:t>Antes de cocinar o comenzar a decorar se debe </a:t>
            </a:r>
            <a:r>
              <a:rPr lang="es-CO" sz="2400" dirty="0" err="1">
                <a:solidFill>
                  <a:schemeClr val="bg1"/>
                </a:solidFill>
                <a:latin typeface="Arial Narrow" panose="020B0606020202030204" pitchFamily="34" charset="0"/>
              </a:rPr>
              <a:t>orgabizar</a:t>
            </a:r>
            <a:r>
              <a:rPr lang="es-CO" sz="2400" dirty="0">
                <a:solidFill>
                  <a:schemeClr val="bg1"/>
                </a:solidFill>
                <a:latin typeface="Arial Narrow" panose="020B0606020202030204" pitchFamily="34" charset="0"/>
              </a:rPr>
              <a:t> todo con sus respectivos responsables:</a:t>
            </a:r>
          </a:p>
          <a:p>
            <a:pPr marL="342900" indent="-342900">
              <a:buFont typeface="Wingdings" panose="05000000000000000000" pitchFamily="2" charset="2"/>
              <a:buChar char="v"/>
            </a:pPr>
            <a:r>
              <a:rPr lang="es-CO" sz="2400" dirty="0">
                <a:solidFill>
                  <a:schemeClr val="bg1"/>
                </a:solidFill>
                <a:latin typeface="Arial Narrow" panose="020B0606020202030204" pitchFamily="34" charset="0"/>
              </a:rPr>
              <a:t>Lista de compras.</a:t>
            </a:r>
          </a:p>
          <a:p>
            <a:pPr marL="342900" indent="-342900">
              <a:buFont typeface="Wingdings" panose="05000000000000000000" pitchFamily="2" charset="2"/>
              <a:buChar char="v"/>
            </a:pPr>
            <a:r>
              <a:rPr lang="es-CO" sz="2400" dirty="0">
                <a:solidFill>
                  <a:schemeClr val="bg1"/>
                </a:solidFill>
                <a:latin typeface="Arial Narrow" panose="020B0606020202030204" pitchFamily="34" charset="0"/>
              </a:rPr>
              <a:t>Horarios.</a:t>
            </a:r>
          </a:p>
          <a:p>
            <a:pPr marL="342900" indent="-342900">
              <a:buFont typeface="Wingdings" panose="05000000000000000000" pitchFamily="2" charset="2"/>
              <a:buChar char="v"/>
            </a:pPr>
            <a:r>
              <a:rPr lang="es-CO" sz="2400" dirty="0">
                <a:solidFill>
                  <a:schemeClr val="bg1"/>
                </a:solidFill>
                <a:latin typeface="Arial Narrow" panose="020B0606020202030204" pitchFamily="34" charset="0"/>
              </a:rPr>
              <a:t>Responsables.</a:t>
            </a:r>
          </a:p>
          <a:p>
            <a:pPr marL="342900" indent="-342900">
              <a:buFont typeface="Wingdings" panose="05000000000000000000" pitchFamily="2" charset="2"/>
              <a:buChar char="v"/>
            </a:pPr>
            <a:r>
              <a:rPr lang="es-CO" sz="2400" dirty="0">
                <a:solidFill>
                  <a:schemeClr val="bg1"/>
                </a:solidFill>
                <a:latin typeface="Arial Narrow" panose="020B0606020202030204" pitchFamily="34" charset="0"/>
              </a:rPr>
              <a:t>Presupuesto para cada actividad.</a:t>
            </a:r>
          </a:p>
          <a:p>
            <a:pPr marL="342900" indent="-342900">
              <a:buFont typeface="Wingdings" panose="05000000000000000000" pitchFamily="2" charset="2"/>
              <a:buChar char="v"/>
            </a:pPr>
            <a:endParaRPr lang="es-CO" sz="2400" dirty="0">
              <a:solidFill>
                <a:schemeClr val="bg1"/>
              </a:solidFill>
              <a:latin typeface="Arial Narrow" panose="020B0606020202030204" pitchFamily="34" charset="0"/>
            </a:endParaRPr>
          </a:p>
          <a:p>
            <a:pPr marL="342900" indent="-342900">
              <a:buFont typeface="Wingdings" panose="05000000000000000000" pitchFamily="2" charset="2"/>
              <a:buChar char="v"/>
            </a:pPr>
            <a:endParaRPr lang="es-CO" sz="2400" dirty="0">
              <a:solidFill>
                <a:schemeClr val="bg1"/>
              </a:solidFill>
              <a:latin typeface="Arial Narrow" panose="020B0606020202030204" pitchFamily="34" charset="0"/>
            </a:endParaRPr>
          </a:p>
          <a:p>
            <a:r>
              <a:rPr lang="es-CO" sz="2400" dirty="0">
                <a:solidFill>
                  <a:schemeClr val="bg1"/>
                </a:solidFill>
                <a:latin typeface="Arial Narrow" panose="020B0606020202030204" pitchFamily="34" charset="0"/>
              </a:rPr>
              <a:t>Esto sería la planificación del proyecto.</a:t>
            </a:r>
          </a:p>
        </p:txBody>
      </p:sp>
      <p:sp>
        <p:nvSpPr>
          <p:cNvPr id="7" name="CuadroTexto 6">
            <a:extLst>
              <a:ext uri="{FF2B5EF4-FFF2-40B4-BE49-F238E27FC236}">
                <a16:creationId xmlns:a16="http://schemas.microsoft.com/office/drawing/2014/main" id="{6B097007-03D9-28D8-4FB4-92519FBF20AF}"/>
              </a:ext>
            </a:extLst>
          </p:cNvPr>
          <p:cNvSpPr txBox="1"/>
          <p:nvPr/>
        </p:nvSpPr>
        <p:spPr>
          <a:xfrm>
            <a:off x="3048000" y="3244334"/>
            <a:ext cx="6096000" cy="369332"/>
          </a:xfrm>
          <a:prstGeom prst="rect">
            <a:avLst/>
          </a:prstGeom>
          <a:noFill/>
        </p:spPr>
        <p:txBody>
          <a:bodyPr wrap="square">
            <a:spAutoFit/>
          </a:bodyPr>
          <a:lstStyle/>
          <a:p>
            <a:endParaRPr lang="es-CO" dirty="0"/>
          </a:p>
        </p:txBody>
      </p:sp>
      <p:pic>
        <p:nvPicPr>
          <p:cNvPr id="8" name="Imagen 7" descr="Cómo organizar una fiesta exitosa | 8 consejos">
            <a:extLst>
              <a:ext uri="{FF2B5EF4-FFF2-40B4-BE49-F238E27FC236}">
                <a16:creationId xmlns:a16="http://schemas.microsoft.com/office/drawing/2014/main" id="{233639FE-6B2F-40A3-4CF8-36C32849F700}"/>
              </a:ext>
            </a:extLst>
          </p:cNvPr>
          <p:cNvPicPr>
            <a:picLocks noChangeAspect="1"/>
          </p:cNvPicPr>
          <p:nvPr/>
        </p:nvPicPr>
        <p:blipFill>
          <a:blip r:embed="rId2"/>
          <a:stretch>
            <a:fillRect/>
          </a:stretch>
        </p:blipFill>
        <p:spPr>
          <a:xfrm>
            <a:off x="5779408" y="1660302"/>
            <a:ext cx="6084481" cy="3907378"/>
          </a:xfrm>
          <a:prstGeom prst="rect">
            <a:avLst/>
          </a:prstGeom>
        </p:spPr>
      </p:pic>
    </p:spTree>
    <p:extLst>
      <p:ext uri="{BB962C8B-B14F-4D97-AF65-F5344CB8AC3E}">
        <p14:creationId xmlns:p14="http://schemas.microsoft.com/office/powerpoint/2010/main" val="184817211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chemeClr val="accent5">
            <a:lumMod val="60000"/>
            <a:lumOff val="40000"/>
          </a:schemeClr>
        </a:solidFill>
        <a:effectLst/>
      </p:bgPr>
    </p:bg>
    <p:spTree>
      <p:nvGrpSpPr>
        <p:cNvPr id="1" name="">
          <a:extLst>
            <a:ext uri="{FF2B5EF4-FFF2-40B4-BE49-F238E27FC236}">
              <a16:creationId xmlns:a16="http://schemas.microsoft.com/office/drawing/2014/main" id="{DB50CE01-A92F-AC03-4B3A-60FD90E01B31}"/>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BF62A0E3-B094-333D-8128-4109BCEE0168}"/>
              </a:ext>
            </a:extLst>
          </p:cNvPr>
          <p:cNvSpPr txBox="1"/>
          <p:nvPr/>
        </p:nvSpPr>
        <p:spPr>
          <a:xfrm>
            <a:off x="6096000" y="853440"/>
            <a:ext cx="5080000" cy="4278094"/>
          </a:xfrm>
          <a:prstGeom prst="rect">
            <a:avLst/>
          </a:prstGeom>
          <a:noFill/>
        </p:spPr>
        <p:txBody>
          <a:bodyPr wrap="square" rtlCol="0">
            <a:spAutoFit/>
          </a:bodyPr>
          <a:lstStyle/>
          <a:p>
            <a:pPr algn="ctr"/>
            <a:r>
              <a:rPr lang="es-CO" sz="3200" dirty="0">
                <a:solidFill>
                  <a:schemeClr val="bg1"/>
                </a:solidFill>
                <a:latin typeface="Arial Black" panose="020B0A04020102020204" pitchFamily="34" charset="0"/>
              </a:rPr>
              <a:t>Diseñar</a:t>
            </a:r>
          </a:p>
          <a:p>
            <a:pPr algn="ctr"/>
            <a:r>
              <a:rPr lang="es-CO" sz="3200" dirty="0">
                <a:solidFill>
                  <a:schemeClr val="bg1"/>
                </a:solidFill>
                <a:latin typeface="Arial Black" panose="020B0A04020102020204" pitchFamily="34" charset="0"/>
              </a:rPr>
              <a:t>Imaginar cómo se verá la fiesta.</a:t>
            </a:r>
          </a:p>
          <a:p>
            <a:pPr algn="ctr"/>
            <a:endParaRPr lang="es-CO" sz="3200" dirty="0">
              <a:solidFill>
                <a:schemeClr val="bg1"/>
              </a:solidFill>
              <a:latin typeface="Arial Black" panose="020B0A04020102020204" pitchFamily="34" charset="0"/>
            </a:endParaRPr>
          </a:p>
          <a:p>
            <a:r>
              <a:rPr lang="es-CO" dirty="0">
                <a:solidFill>
                  <a:schemeClr val="bg1"/>
                </a:solidFill>
                <a:latin typeface="Arial Narrow" panose="020B0606020202030204" pitchFamily="34" charset="0"/>
              </a:rPr>
              <a:t>Aquí se decide:</a:t>
            </a:r>
          </a:p>
          <a:p>
            <a:pPr marL="285750" indent="-285750">
              <a:buFont typeface="Wingdings" panose="05000000000000000000" pitchFamily="2" charset="2"/>
              <a:buChar char="v"/>
            </a:pPr>
            <a:r>
              <a:rPr lang="es-CO" dirty="0">
                <a:solidFill>
                  <a:schemeClr val="bg1"/>
                </a:solidFill>
                <a:latin typeface="Arial Narrow" panose="020B0606020202030204" pitchFamily="34" charset="0"/>
              </a:rPr>
              <a:t>Decoración.</a:t>
            </a:r>
          </a:p>
          <a:p>
            <a:pPr marL="285750" indent="-285750">
              <a:buFont typeface="Wingdings" panose="05000000000000000000" pitchFamily="2" charset="2"/>
              <a:buChar char="v"/>
            </a:pPr>
            <a:r>
              <a:rPr lang="es-CO" dirty="0">
                <a:solidFill>
                  <a:schemeClr val="bg1"/>
                </a:solidFill>
                <a:latin typeface="Arial Narrow" panose="020B0606020202030204" pitchFamily="34" charset="0"/>
              </a:rPr>
              <a:t>Distribución de mesas.</a:t>
            </a:r>
          </a:p>
          <a:p>
            <a:pPr marL="285750" indent="-285750">
              <a:buFont typeface="Wingdings" panose="05000000000000000000" pitchFamily="2" charset="2"/>
              <a:buChar char="v"/>
            </a:pPr>
            <a:r>
              <a:rPr lang="es-CO" dirty="0">
                <a:solidFill>
                  <a:schemeClr val="bg1"/>
                </a:solidFill>
                <a:latin typeface="Arial Narrow" panose="020B0606020202030204" pitchFamily="34" charset="0"/>
              </a:rPr>
              <a:t>Música.</a:t>
            </a:r>
          </a:p>
          <a:p>
            <a:pPr marL="285750" indent="-285750">
              <a:buFont typeface="Wingdings" panose="05000000000000000000" pitchFamily="2" charset="2"/>
              <a:buChar char="v"/>
            </a:pPr>
            <a:r>
              <a:rPr lang="es-CO" dirty="0">
                <a:solidFill>
                  <a:schemeClr val="bg1"/>
                </a:solidFill>
                <a:latin typeface="Arial Narrow" panose="020B0606020202030204" pitchFamily="34" charset="0"/>
              </a:rPr>
              <a:t>Zona de comida.</a:t>
            </a:r>
          </a:p>
          <a:p>
            <a:pPr marL="285750" indent="-285750">
              <a:buFont typeface="Wingdings" panose="05000000000000000000" pitchFamily="2" charset="2"/>
              <a:buChar char="v"/>
            </a:pPr>
            <a:endParaRPr lang="es-CO" dirty="0">
              <a:solidFill>
                <a:schemeClr val="bg1"/>
              </a:solidFill>
              <a:latin typeface="Arial Narrow" panose="020B0606020202030204" pitchFamily="34" charset="0"/>
            </a:endParaRPr>
          </a:p>
          <a:p>
            <a:r>
              <a:rPr lang="es-CO" dirty="0">
                <a:solidFill>
                  <a:schemeClr val="bg1"/>
                </a:solidFill>
                <a:latin typeface="Arial Narrow" panose="020B0606020202030204" pitchFamily="34" charset="0"/>
              </a:rPr>
              <a:t>Este es el diseño del sistema y la interfaz.</a:t>
            </a:r>
          </a:p>
          <a:p>
            <a:endParaRPr lang="es-CO" dirty="0"/>
          </a:p>
        </p:txBody>
      </p:sp>
      <p:sp>
        <p:nvSpPr>
          <p:cNvPr id="7" name="CuadroTexto 6">
            <a:extLst>
              <a:ext uri="{FF2B5EF4-FFF2-40B4-BE49-F238E27FC236}">
                <a16:creationId xmlns:a16="http://schemas.microsoft.com/office/drawing/2014/main" id="{D9442810-18E8-E54C-9E9A-36AAC458DC18}"/>
              </a:ext>
            </a:extLst>
          </p:cNvPr>
          <p:cNvSpPr txBox="1"/>
          <p:nvPr/>
        </p:nvSpPr>
        <p:spPr>
          <a:xfrm>
            <a:off x="3048000" y="3244334"/>
            <a:ext cx="6096000" cy="369332"/>
          </a:xfrm>
          <a:prstGeom prst="rect">
            <a:avLst/>
          </a:prstGeom>
          <a:noFill/>
        </p:spPr>
        <p:txBody>
          <a:bodyPr wrap="square">
            <a:spAutoFit/>
          </a:bodyPr>
          <a:lstStyle/>
          <a:p>
            <a:endParaRPr lang="es-CO" dirty="0"/>
          </a:p>
        </p:txBody>
      </p:sp>
      <p:pic>
        <p:nvPicPr>
          <p:cNvPr id="3" name="Imagen 2" descr="happybirthday 💖">
            <a:extLst>
              <a:ext uri="{FF2B5EF4-FFF2-40B4-BE49-F238E27FC236}">
                <a16:creationId xmlns:a16="http://schemas.microsoft.com/office/drawing/2014/main" id="{2023EDB7-12C4-A94D-6A42-8E595C11F814}"/>
              </a:ext>
            </a:extLst>
          </p:cNvPr>
          <p:cNvPicPr>
            <a:picLocks noChangeAspect="1"/>
          </p:cNvPicPr>
          <p:nvPr/>
        </p:nvPicPr>
        <p:blipFill>
          <a:blip r:embed="rId2"/>
          <a:stretch>
            <a:fillRect/>
          </a:stretch>
        </p:blipFill>
        <p:spPr>
          <a:xfrm>
            <a:off x="1186497" y="853440"/>
            <a:ext cx="3161983" cy="5556858"/>
          </a:xfrm>
          <a:prstGeom prst="rect">
            <a:avLst/>
          </a:prstGeom>
        </p:spPr>
      </p:pic>
    </p:spTree>
    <p:extLst>
      <p:ext uri="{BB962C8B-B14F-4D97-AF65-F5344CB8AC3E}">
        <p14:creationId xmlns:p14="http://schemas.microsoft.com/office/powerpoint/2010/main" val="218942296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chemeClr val="accent5">
            <a:lumMod val="60000"/>
            <a:lumOff val="40000"/>
          </a:schemeClr>
        </a:solidFill>
        <a:effectLst/>
      </p:bgPr>
    </p:bg>
    <p:spTree>
      <p:nvGrpSpPr>
        <p:cNvPr id="1" name="">
          <a:extLst>
            <a:ext uri="{FF2B5EF4-FFF2-40B4-BE49-F238E27FC236}">
              <a16:creationId xmlns:a16="http://schemas.microsoft.com/office/drawing/2014/main" id="{10794C19-7C75-BB27-803D-FB8DDB1195B2}"/>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B070CF4E-35C7-61E4-4FE9-56AC46D8518E}"/>
              </a:ext>
            </a:extLst>
          </p:cNvPr>
          <p:cNvSpPr txBox="1"/>
          <p:nvPr/>
        </p:nvSpPr>
        <p:spPr>
          <a:xfrm>
            <a:off x="407759" y="1951672"/>
            <a:ext cx="5080000" cy="2954655"/>
          </a:xfrm>
          <a:prstGeom prst="rect">
            <a:avLst/>
          </a:prstGeom>
          <a:noFill/>
        </p:spPr>
        <p:txBody>
          <a:bodyPr wrap="square" rtlCol="0">
            <a:spAutoFit/>
          </a:bodyPr>
          <a:lstStyle/>
          <a:p>
            <a:pPr algn="ctr"/>
            <a:r>
              <a:rPr lang="es-CO" sz="3200" dirty="0">
                <a:solidFill>
                  <a:schemeClr val="bg1"/>
                </a:solidFill>
                <a:latin typeface="Arial Black" panose="020B0A04020102020204" pitchFamily="34" charset="0"/>
              </a:rPr>
              <a:t>Construir:</a:t>
            </a:r>
          </a:p>
          <a:p>
            <a:pPr algn="ctr"/>
            <a:r>
              <a:rPr lang="es-CO" sz="3200" dirty="0">
                <a:solidFill>
                  <a:schemeClr val="bg1"/>
                </a:solidFill>
                <a:latin typeface="Arial Black" panose="020B0A04020102020204" pitchFamily="34" charset="0"/>
              </a:rPr>
              <a:t>Preparar la fiesta</a:t>
            </a:r>
          </a:p>
          <a:p>
            <a:pPr algn="ctr"/>
            <a:endParaRPr lang="es-CO" sz="3200" dirty="0">
              <a:solidFill>
                <a:schemeClr val="bg1"/>
              </a:solidFill>
              <a:latin typeface="Arial Black" panose="020B0A04020102020204" pitchFamily="34" charset="0"/>
            </a:endParaRPr>
          </a:p>
          <a:p>
            <a:r>
              <a:rPr lang="es-CO" dirty="0">
                <a:solidFill>
                  <a:schemeClr val="bg1"/>
                </a:solidFill>
                <a:latin typeface="Arial Narrow" panose="020B0606020202030204" pitchFamily="34" charset="0"/>
              </a:rPr>
              <a:t>Ahora si se puede empezar a cocinar, a decorar y organizar las mesas según lo que se planeó.</a:t>
            </a:r>
          </a:p>
          <a:p>
            <a:endParaRPr lang="es-CO" dirty="0">
              <a:solidFill>
                <a:schemeClr val="bg1"/>
              </a:solidFill>
              <a:latin typeface="Arial Narrow" panose="020B0606020202030204" pitchFamily="34" charset="0"/>
            </a:endParaRPr>
          </a:p>
          <a:p>
            <a:r>
              <a:rPr lang="es-CO" dirty="0">
                <a:solidFill>
                  <a:schemeClr val="bg1"/>
                </a:solidFill>
                <a:latin typeface="Arial Narrow" panose="020B0606020202030204" pitchFamily="34" charset="0"/>
              </a:rPr>
              <a:t>Esto sería el desarrollo del software.</a:t>
            </a:r>
          </a:p>
          <a:p>
            <a:endParaRPr lang="es-CO" dirty="0">
              <a:solidFill>
                <a:schemeClr val="bg1"/>
              </a:solidFill>
              <a:latin typeface="Arial Narrow" panose="020B0606020202030204" pitchFamily="34" charset="0"/>
            </a:endParaRPr>
          </a:p>
        </p:txBody>
      </p:sp>
      <p:sp>
        <p:nvSpPr>
          <p:cNvPr id="7" name="CuadroTexto 6">
            <a:extLst>
              <a:ext uri="{FF2B5EF4-FFF2-40B4-BE49-F238E27FC236}">
                <a16:creationId xmlns:a16="http://schemas.microsoft.com/office/drawing/2014/main" id="{1750D43C-D4F7-CF70-111E-2C7C34577A5C}"/>
              </a:ext>
            </a:extLst>
          </p:cNvPr>
          <p:cNvSpPr txBox="1"/>
          <p:nvPr/>
        </p:nvSpPr>
        <p:spPr>
          <a:xfrm>
            <a:off x="3048000" y="3244334"/>
            <a:ext cx="6096000" cy="369332"/>
          </a:xfrm>
          <a:prstGeom prst="rect">
            <a:avLst/>
          </a:prstGeom>
          <a:noFill/>
        </p:spPr>
        <p:txBody>
          <a:bodyPr wrap="square">
            <a:spAutoFit/>
          </a:bodyPr>
          <a:lstStyle/>
          <a:p>
            <a:endParaRPr lang="es-CO" dirty="0"/>
          </a:p>
        </p:txBody>
      </p:sp>
      <p:pic>
        <p:nvPicPr>
          <p:cNvPr id="4" name="Imagen 3" descr="Cómo organizar una fiesta exitosa | 8 consejos">
            <a:extLst>
              <a:ext uri="{FF2B5EF4-FFF2-40B4-BE49-F238E27FC236}">
                <a16:creationId xmlns:a16="http://schemas.microsoft.com/office/drawing/2014/main" id="{CB5E8F5A-8957-1B9E-B3BC-7299B0C6F9A8}"/>
              </a:ext>
            </a:extLst>
          </p:cNvPr>
          <p:cNvPicPr>
            <a:picLocks noChangeAspect="1"/>
          </p:cNvPicPr>
          <p:nvPr/>
        </p:nvPicPr>
        <p:blipFill>
          <a:blip r:embed="rId2"/>
          <a:stretch>
            <a:fillRect/>
          </a:stretch>
        </p:blipFill>
        <p:spPr>
          <a:xfrm>
            <a:off x="5567680" y="1475310"/>
            <a:ext cx="6084481" cy="3907378"/>
          </a:xfrm>
          <a:prstGeom prst="rect">
            <a:avLst/>
          </a:prstGeom>
        </p:spPr>
      </p:pic>
    </p:spTree>
    <p:extLst>
      <p:ext uri="{BB962C8B-B14F-4D97-AF65-F5344CB8AC3E}">
        <p14:creationId xmlns:p14="http://schemas.microsoft.com/office/powerpoint/2010/main" val="183026375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chemeClr val="accent5">
            <a:lumMod val="60000"/>
            <a:lumOff val="40000"/>
          </a:schemeClr>
        </a:solidFill>
        <a:effectLst/>
      </p:bgPr>
    </p:bg>
    <p:spTree>
      <p:nvGrpSpPr>
        <p:cNvPr id="1" name="">
          <a:extLst>
            <a:ext uri="{FF2B5EF4-FFF2-40B4-BE49-F238E27FC236}">
              <a16:creationId xmlns:a16="http://schemas.microsoft.com/office/drawing/2014/main" id="{ECFEB06C-346F-F4E6-209B-9FC9EE00B6D9}"/>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5724C703-71D4-2A22-268E-85EC5FED9C9A}"/>
              </a:ext>
            </a:extLst>
          </p:cNvPr>
          <p:cNvSpPr txBox="1"/>
          <p:nvPr/>
        </p:nvSpPr>
        <p:spPr>
          <a:xfrm>
            <a:off x="6876955" y="1443701"/>
            <a:ext cx="5080000" cy="3724096"/>
          </a:xfrm>
          <a:prstGeom prst="rect">
            <a:avLst/>
          </a:prstGeom>
          <a:noFill/>
        </p:spPr>
        <p:txBody>
          <a:bodyPr wrap="square" rtlCol="0">
            <a:spAutoFit/>
          </a:bodyPr>
          <a:lstStyle/>
          <a:p>
            <a:pPr algn="ctr"/>
            <a:r>
              <a:rPr lang="es-CO" sz="3200" dirty="0">
                <a:solidFill>
                  <a:schemeClr val="bg1"/>
                </a:solidFill>
                <a:latin typeface="Arial Black" panose="020B0A04020102020204" pitchFamily="34" charset="0"/>
              </a:rPr>
              <a:t>Probar:</a:t>
            </a:r>
          </a:p>
          <a:p>
            <a:pPr algn="ctr"/>
            <a:r>
              <a:rPr lang="es-CO" sz="3200" dirty="0">
                <a:solidFill>
                  <a:schemeClr val="bg1"/>
                </a:solidFill>
                <a:latin typeface="Arial Black" panose="020B0A04020102020204" pitchFamily="34" charset="0"/>
              </a:rPr>
              <a:t>Verificar que todo funcione</a:t>
            </a:r>
          </a:p>
          <a:p>
            <a:pPr algn="ctr"/>
            <a:endParaRPr lang="es-CO" sz="3200" dirty="0">
              <a:solidFill>
                <a:schemeClr val="bg1"/>
              </a:solidFill>
              <a:latin typeface="Arial Black" panose="020B0A04020102020204" pitchFamily="34" charset="0"/>
            </a:endParaRPr>
          </a:p>
          <a:p>
            <a:r>
              <a:rPr lang="es-CO" dirty="0">
                <a:solidFill>
                  <a:schemeClr val="bg1"/>
                </a:solidFill>
                <a:latin typeface="Arial Narrow" panose="020B0606020202030204" pitchFamily="34" charset="0"/>
              </a:rPr>
              <a:t>Antes de empezar la fiesta se debe revisar:</a:t>
            </a:r>
          </a:p>
          <a:p>
            <a:r>
              <a:rPr lang="es-CO" dirty="0">
                <a:solidFill>
                  <a:schemeClr val="bg1"/>
                </a:solidFill>
                <a:latin typeface="Arial Narrow" panose="020B0606020202030204" pitchFamily="34" charset="0"/>
              </a:rPr>
              <a:t>El sonido, probar que las luces funcionen correctamente, verificar que la comida ya esté preparara o que no falte casi nada.</a:t>
            </a:r>
          </a:p>
          <a:p>
            <a:endParaRPr lang="es-CO" dirty="0">
              <a:solidFill>
                <a:schemeClr val="bg1"/>
              </a:solidFill>
              <a:latin typeface="Arial Narrow" panose="020B0606020202030204" pitchFamily="34" charset="0"/>
            </a:endParaRPr>
          </a:p>
          <a:p>
            <a:r>
              <a:rPr lang="es-CO" dirty="0">
                <a:solidFill>
                  <a:schemeClr val="bg1"/>
                </a:solidFill>
                <a:latin typeface="Arial Narrow" panose="020B0606020202030204" pitchFamily="34" charset="0"/>
              </a:rPr>
              <a:t>Esto serían las pruebas de software.</a:t>
            </a:r>
          </a:p>
        </p:txBody>
      </p:sp>
      <p:sp>
        <p:nvSpPr>
          <p:cNvPr id="7" name="CuadroTexto 6">
            <a:extLst>
              <a:ext uri="{FF2B5EF4-FFF2-40B4-BE49-F238E27FC236}">
                <a16:creationId xmlns:a16="http://schemas.microsoft.com/office/drawing/2014/main" id="{68D8E803-CD00-1162-81D8-116F5ED643F2}"/>
              </a:ext>
            </a:extLst>
          </p:cNvPr>
          <p:cNvSpPr txBox="1"/>
          <p:nvPr/>
        </p:nvSpPr>
        <p:spPr>
          <a:xfrm>
            <a:off x="3048000" y="3244334"/>
            <a:ext cx="6096000" cy="369332"/>
          </a:xfrm>
          <a:prstGeom prst="rect">
            <a:avLst/>
          </a:prstGeom>
          <a:noFill/>
        </p:spPr>
        <p:txBody>
          <a:bodyPr wrap="square">
            <a:spAutoFit/>
          </a:bodyPr>
          <a:lstStyle/>
          <a:p>
            <a:endParaRPr lang="es-CO" dirty="0"/>
          </a:p>
        </p:txBody>
      </p:sp>
      <p:pic>
        <p:nvPicPr>
          <p:cNvPr id="3" name="Imagen 2" descr="6 bebidas de fiesta no alcohólicas para probar – Nature's Path">
            <a:extLst>
              <a:ext uri="{FF2B5EF4-FFF2-40B4-BE49-F238E27FC236}">
                <a16:creationId xmlns:a16="http://schemas.microsoft.com/office/drawing/2014/main" id="{113C3F7F-1EA1-BC03-07D7-FF79D18CACB9}"/>
              </a:ext>
            </a:extLst>
          </p:cNvPr>
          <p:cNvPicPr>
            <a:picLocks noChangeAspect="1"/>
          </p:cNvPicPr>
          <p:nvPr/>
        </p:nvPicPr>
        <p:blipFill>
          <a:blip r:embed="rId2"/>
          <a:stretch>
            <a:fillRect/>
          </a:stretch>
        </p:blipFill>
        <p:spPr>
          <a:xfrm>
            <a:off x="402495" y="1443701"/>
            <a:ext cx="5961233" cy="3973162"/>
          </a:xfrm>
          <a:prstGeom prst="rect">
            <a:avLst/>
          </a:prstGeom>
        </p:spPr>
      </p:pic>
    </p:spTree>
    <p:extLst>
      <p:ext uri="{BB962C8B-B14F-4D97-AF65-F5344CB8AC3E}">
        <p14:creationId xmlns:p14="http://schemas.microsoft.com/office/powerpoint/2010/main" val="163157945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chemeClr val="accent5">
            <a:lumMod val="60000"/>
            <a:lumOff val="40000"/>
          </a:schemeClr>
        </a:solidFill>
        <a:effectLst/>
      </p:bgPr>
    </p:bg>
    <p:spTree>
      <p:nvGrpSpPr>
        <p:cNvPr id="1" name="">
          <a:extLst>
            <a:ext uri="{FF2B5EF4-FFF2-40B4-BE49-F238E27FC236}">
              <a16:creationId xmlns:a16="http://schemas.microsoft.com/office/drawing/2014/main" id="{D6955326-B5E0-9648-F96A-F792DB7681DF}"/>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E10C0184-3EDF-94FD-CDB0-FABF78AD723F}"/>
              </a:ext>
            </a:extLst>
          </p:cNvPr>
          <p:cNvSpPr txBox="1"/>
          <p:nvPr/>
        </p:nvSpPr>
        <p:spPr>
          <a:xfrm>
            <a:off x="508000" y="1402758"/>
            <a:ext cx="5080000" cy="3447098"/>
          </a:xfrm>
          <a:prstGeom prst="rect">
            <a:avLst/>
          </a:prstGeom>
          <a:noFill/>
        </p:spPr>
        <p:txBody>
          <a:bodyPr wrap="square" rtlCol="0">
            <a:spAutoFit/>
          </a:bodyPr>
          <a:lstStyle/>
          <a:p>
            <a:pPr algn="ctr"/>
            <a:r>
              <a:rPr lang="es-CO" sz="3200" dirty="0">
                <a:solidFill>
                  <a:schemeClr val="bg1"/>
                </a:solidFill>
                <a:latin typeface="Arial Black" panose="020B0A04020102020204" pitchFamily="34" charset="0"/>
              </a:rPr>
              <a:t>Mantener:</a:t>
            </a:r>
          </a:p>
          <a:p>
            <a:pPr algn="ctr"/>
            <a:r>
              <a:rPr lang="es-CO" sz="3200" dirty="0">
                <a:solidFill>
                  <a:schemeClr val="bg1"/>
                </a:solidFill>
                <a:latin typeface="Arial Black" panose="020B0A04020102020204" pitchFamily="34" charset="0"/>
              </a:rPr>
              <a:t>Resolver problemas durante y después</a:t>
            </a:r>
          </a:p>
          <a:p>
            <a:pPr algn="ctr"/>
            <a:endParaRPr lang="es-CO" sz="3200" dirty="0">
              <a:solidFill>
                <a:schemeClr val="bg1"/>
              </a:solidFill>
              <a:latin typeface="Arial Black" panose="020B0A04020102020204" pitchFamily="34" charset="0"/>
            </a:endParaRPr>
          </a:p>
          <a:p>
            <a:r>
              <a:rPr lang="es-CO" dirty="0">
                <a:solidFill>
                  <a:schemeClr val="bg1"/>
                </a:solidFill>
                <a:latin typeface="Arial Narrow" panose="020B0606020202030204" pitchFamily="34" charset="0"/>
              </a:rPr>
              <a:t>Si se acaba </a:t>
            </a:r>
            <a:r>
              <a:rPr lang="es-CO" dirty="0" err="1">
                <a:solidFill>
                  <a:schemeClr val="bg1"/>
                </a:solidFill>
                <a:latin typeface="Arial Narrow" panose="020B0606020202030204" pitchFamily="34" charset="0"/>
              </a:rPr>
              <a:t>acaba</a:t>
            </a:r>
            <a:r>
              <a:rPr lang="es-CO" dirty="0">
                <a:solidFill>
                  <a:schemeClr val="bg1"/>
                </a:solidFill>
                <a:latin typeface="Arial Narrow" panose="020B0606020202030204" pitchFamily="34" charset="0"/>
              </a:rPr>
              <a:t> la comida o falla el sonido, alguien debe solucionarlo, estar pendiente por si alguien requiere algo.</a:t>
            </a:r>
          </a:p>
          <a:p>
            <a:endParaRPr lang="es-CO" dirty="0">
              <a:solidFill>
                <a:schemeClr val="bg1"/>
              </a:solidFill>
              <a:latin typeface="Arial Narrow" panose="020B0606020202030204" pitchFamily="34" charset="0"/>
            </a:endParaRPr>
          </a:p>
          <a:p>
            <a:r>
              <a:rPr lang="es-CO" dirty="0">
                <a:solidFill>
                  <a:schemeClr val="bg1"/>
                </a:solidFill>
                <a:latin typeface="Arial Narrow" panose="020B0606020202030204" pitchFamily="34" charset="0"/>
              </a:rPr>
              <a:t>Esto es el mantenimiento.</a:t>
            </a:r>
          </a:p>
        </p:txBody>
      </p:sp>
      <p:sp>
        <p:nvSpPr>
          <p:cNvPr id="7" name="CuadroTexto 6">
            <a:extLst>
              <a:ext uri="{FF2B5EF4-FFF2-40B4-BE49-F238E27FC236}">
                <a16:creationId xmlns:a16="http://schemas.microsoft.com/office/drawing/2014/main" id="{AA88EFA3-A5A9-F63D-3509-8378CB1AEC4B}"/>
              </a:ext>
            </a:extLst>
          </p:cNvPr>
          <p:cNvSpPr txBox="1"/>
          <p:nvPr/>
        </p:nvSpPr>
        <p:spPr>
          <a:xfrm>
            <a:off x="3048000" y="3244334"/>
            <a:ext cx="6096000" cy="369332"/>
          </a:xfrm>
          <a:prstGeom prst="rect">
            <a:avLst/>
          </a:prstGeom>
          <a:noFill/>
        </p:spPr>
        <p:txBody>
          <a:bodyPr wrap="square">
            <a:spAutoFit/>
          </a:bodyPr>
          <a:lstStyle/>
          <a:p>
            <a:endParaRPr lang="es-CO" dirty="0"/>
          </a:p>
        </p:txBody>
      </p:sp>
      <p:pic>
        <p:nvPicPr>
          <p:cNvPr id="4" name="Imagen 3" descr="6 cosas que no deben faltar para tener una súper fiesta">
            <a:extLst>
              <a:ext uri="{FF2B5EF4-FFF2-40B4-BE49-F238E27FC236}">
                <a16:creationId xmlns:a16="http://schemas.microsoft.com/office/drawing/2014/main" id="{55A386C1-B719-407E-4CEA-4DF2F1310CC1}"/>
              </a:ext>
            </a:extLst>
          </p:cNvPr>
          <p:cNvPicPr>
            <a:picLocks noChangeAspect="1"/>
          </p:cNvPicPr>
          <p:nvPr/>
        </p:nvPicPr>
        <p:blipFill>
          <a:blip r:embed="rId2"/>
          <a:stretch>
            <a:fillRect/>
          </a:stretch>
        </p:blipFill>
        <p:spPr>
          <a:xfrm>
            <a:off x="5792716" y="1680462"/>
            <a:ext cx="6096000" cy="3127744"/>
          </a:xfrm>
          <a:prstGeom prst="rect">
            <a:avLst/>
          </a:prstGeom>
        </p:spPr>
      </p:pic>
    </p:spTree>
    <p:extLst>
      <p:ext uri="{BB962C8B-B14F-4D97-AF65-F5344CB8AC3E}">
        <p14:creationId xmlns:p14="http://schemas.microsoft.com/office/powerpoint/2010/main" val="185330905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510B36E-E16A-D82D-E651-1762F4379C76}"/>
              </a:ext>
            </a:extLst>
          </p:cNvPr>
          <p:cNvSpPr txBox="1"/>
          <p:nvPr/>
        </p:nvSpPr>
        <p:spPr>
          <a:xfrm>
            <a:off x="95534" y="515653"/>
            <a:ext cx="8666329" cy="6217087"/>
          </a:xfrm>
          <a:prstGeom prst="rect">
            <a:avLst/>
          </a:prstGeom>
          <a:noFill/>
        </p:spPr>
        <p:txBody>
          <a:bodyPr wrap="square" rtlCol="0">
            <a:spAutoFit/>
          </a:bodyPr>
          <a:lstStyle/>
          <a:p>
            <a:pPr algn="ctr"/>
            <a:r>
              <a:rPr lang="es-CO" sz="3200" dirty="0">
                <a:solidFill>
                  <a:schemeClr val="bg1"/>
                </a:solidFill>
                <a:latin typeface="Arial Black" panose="020B0A04020102020204" pitchFamily="34" charset="0"/>
              </a:rPr>
              <a:t>Definición del proyecto:</a:t>
            </a:r>
          </a:p>
          <a:p>
            <a:pPr algn="ctr"/>
            <a:endParaRPr lang="es-CO" sz="3200" dirty="0">
              <a:solidFill>
                <a:schemeClr val="bg1"/>
              </a:solidFill>
              <a:latin typeface="Arial Black" panose="020B0A04020102020204" pitchFamily="34" charset="0"/>
            </a:endParaRPr>
          </a:p>
          <a:p>
            <a:r>
              <a:rPr lang="es-CO" sz="3200" dirty="0">
                <a:solidFill>
                  <a:schemeClr val="bg1"/>
                </a:solidFill>
                <a:latin typeface="Arial Black" panose="020B0A04020102020204" pitchFamily="34" charset="0"/>
              </a:rPr>
              <a:t>Objetivo general del sistema:</a:t>
            </a:r>
          </a:p>
          <a:p>
            <a:pPr algn="ctr"/>
            <a:endParaRPr lang="es-CO" sz="3200" dirty="0">
              <a:solidFill>
                <a:schemeClr val="bg1"/>
              </a:solidFill>
              <a:latin typeface="Arial Black" panose="020B0A04020102020204" pitchFamily="34" charset="0"/>
            </a:endParaRPr>
          </a:p>
          <a:p>
            <a:r>
              <a:rPr lang="es-ES" dirty="0">
                <a:solidFill>
                  <a:schemeClr val="bg1"/>
                </a:solidFill>
                <a:latin typeface="Arial Narrow" panose="020B0606020202030204" pitchFamily="34" charset="0"/>
              </a:rPr>
              <a:t>Desarrollar un sistema que permita organizar y gestionar una fiesta de cumpleaños de manera eficiente, controlando invitados, presupuesto, tareas y recursos necesarios para evitar desorden y errores.</a:t>
            </a:r>
          </a:p>
          <a:p>
            <a:endParaRPr lang="es-ES" dirty="0">
              <a:solidFill>
                <a:schemeClr val="bg1"/>
              </a:solidFill>
              <a:latin typeface="Arial Narrow" panose="020B0606020202030204" pitchFamily="34" charset="0"/>
            </a:endParaRPr>
          </a:p>
          <a:p>
            <a:r>
              <a:rPr lang="es-ES" dirty="0">
                <a:solidFill>
                  <a:schemeClr val="bg1"/>
                </a:solidFill>
                <a:latin typeface="Arial Narrow" panose="020B0606020202030204" pitchFamily="34" charset="0"/>
              </a:rPr>
              <a:t>Alcance:</a:t>
            </a:r>
          </a:p>
          <a:p>
            <a:r>
              <a:rPr lang="es-ES" dirty="0">
                <a:solidFill>
                  <a:schemeClr val="bg1"/>
                </a:solidFill>
                <a:latin typeface="Arial Narrow" panose="020B0606020202030204" pitchFamily="34" charset="0"/>
              </a:rPr>
              <a:t>El sistema permitirá:</a:t>
            </a:r>
          </a:p>
          <a:p>
            <a:pPr marL="285750" indent="-285750">
              <a:buFont typeface="Wingdings" panose="05000000000000000000" pitchFamily="2" charset="2"/>
              <a:buChar char="v"/>
            </a:pPr>
            <a:r>
              <a:rPr lang="es-ES" dirty="0">
                <a:solidFill>
                  <a:schemeClr val="bg1"/>
                </a:solidFill>
                <a:latin typeface="Arial Narrow" panose="020B0606020202030204" pitchFamily="34" charset="0"/>
              </a:rPr>
              <a:t>Registrar invitados.</a:t>
            </a:r>
          </a:p>
          <a:p>
            <a:pPr marL="285750" indent="-285750">
              <a:buFont typeface="Wingdings" panose="05000000000000000000" pitchFamily="2" charset="2"/>
              <a:buChar char="v"/>
            </a:pPr>
            <a:r>
              <a:rPr lang="es-ES" dirty="0">
                <a:solidFill>
                  <a:schemeClr val="bg1"/>
                </a:solidFill>
                <a:latin typeface="Arial Narrow" panose="020B0606020202030204" pitchFamily="34" charset="0"/>
              </a:rPr>
              <a:t>Controlar presupuesto.</a:t>
            </a:r>
          </a:p>
          <a:p>
            <a:pPr marL="285750" indent="-285750">
              <a:buFont typeface="Wingdings" panose="05000000000000000000" pitchFamily="2" charset="2"/>
              <a:buChar char="v"/>
            </a:pPr>
            <a:r>
              <a:rPr lang="es-ES" dirty="0">
                <a:solidFill>
                  <a:schemeClr val="bg1"/>
                </a:solidFill>
                <a:latin typeface="Arial Narrow" panose="020B0606020202030204" pitchFamily="34" charset="0"/>
              </a:rPr>
              <a:t>Asignar tareas.</a:t>
            </a:r>
          </a:p>
          <a:p>
            <a:pPr marL="285750" indent="-285750">
              <a:buFont typeface="Wingdings" panose="05000000000000000000" pitchFamily="2" charset="2"/>
              <a:buChar char="v"/>
            </a:pPr>
            <a:r>
              <a:rPr lang="es-ES" dirty="0">
                <a:solidFill>
                  <a:schemeClr val="bg1"/>
                </a:solidFill>
                <a:latin typeface="Arial Narrow" panose="020B0606020202030204" pitchFamily="34" charset="0"/>
              </a:rPr>
              <a:t>Gestionar comida y decoración.</a:t>
            </a:r>
          </a:p>
          <a:p>
            <a:pPr marL="285750" indent="-285750">
              <a:buFont typeface="Wingdings" panose="05000000000000000000" pitchFamily="2" charset="2"/>
              <a:buChar char="v"/>
            </a:pPr>
            <a:r>
              <a:rPr lang="es-ES" dirty="0">
                <a:solidFill>
                  <a:schemeClr val="bg1"/>
                </a:solidFill>
                <a:latin typeface="Arial Narrow" panose="020B0606020202030204" pitchFamily="34" charset="0"/>
              </a:rPr>
              <a:t>Llevar seguimiento del cronograma.</a:t>
            </a:r>
          </a:p>
          <a:p>
            <a:pPr marL="285750" indent="-285750">
              <a:buFont typeface="Wingdings" panose="05000000000000000000" pitchFamily="2" charset="2"/>
              <a:buChar char="v"/>
            </a:pPr>
            <a:r>
              <a:rPr lang="es-ES" dirty="0">
                <a:solidFill>
                  <a:schemeClr val="bg1"/>
                </a:solidFill>
                <a:latin typeface="Arial Narrow" panose="020B0606020202030204" pitchFamily="34" charset="0"/>
              </a:rPr>
              <a:t>Notificar pendientes importantes.</a:t>
            </a:r>
          </a:p>
          <a:p>
            <a:pPr marL="285750" indent="-285750">
              <a:buFont typeface="Wingdings" panose="05000000000000000000" pitchFamily="2" charset="2"/>
              <a:buChar char="v"/>
            </a:pPr>
            <a:endParaRPr lang="es-ES" dirty="0">
              <a:solidFill>
                <a:schemeClr val="bg1"/>
              </a:solidFill>
              <a:latin typeface="Arial Narrow" panose="020B0606020202030204" pitchFamily="34" charset="0"/>
            </a:endParaRPr>
          </a:p>
          <a:p>
            <a:r>
              <a:rPr lang="es-ES" dirty="0">
                <a:solidFill>
                  <a:schemeClr val="bg1"/>
                </a:solidFill>
                <a:latin typeface="Arial Narrow" panose="020B0606020202030204" pitchFamily="34" charset="0"/>
              </a:rPr>
              <a:t>No incluirá:</a:t>
            </a:r>
          </a:p>
          <a:p>
            <a:r>
              <a:rPr lang="es-ES" dirty="0">
                <a:solidFill>
                  <a:schemeClr val="bg1"/>
                </a:solidFill>
                <a:latin typeface="Arial Narrow" panose="020B0606020202030204" pitchFamily="34" charset="0"/>
              </a:rPr>
              <a:t>Compra automática de productos, pagos en línea ni </a:t>
            </a:r>
            <a:r>
              <a:rPr lang="es-ES" dirty="0" err="1">
                <a:solidFill>
                  <a:schemeClr val="bg1"/>
                </a:solidFill>
                <a:latin typeface="Arial Narrow" panose="020B0606020202030204" pitchFamily="34" charset="0"/>
              </a:rPr>
              <a:t>straming</a:t>
            </a:r>
            <a:r>
              <a:rPr lang="es-ES" dirty="0">
                <a:solidFill>
                  <a:schemeClr val="bg1"/>
                </a:solidFill>
                <a:latin typeface="Arial Narrow" panose="020B0606020202030204" pitchFamily="34" charset="0"/>
              </a:rPr>
              <a:t> del evento.</a:t>
            </a:r>
            <a:r>
              <a:rPr lang="es-CO" dirty="0">
                <a:solidFill>
                  <a:schemeClr val="bg1"/>
                </a:solidFill>
                <a:latin typeface="Arial Narrow" panose="020B0606020202030204" pitchFamily="34" charset="0"/>
              </a:rPr>
              <a:t> </a:t>
            </a:r>
          </a:p>
        </p:txBody>
      </p:sp>
      <p:pic>
        <p:nvPicPr>
          <p:cNvPr id="3" name="Imagen 2" descr="Definición del alcance del proyecto - Grupo Emprende">
            <a:extLst>
              <a:ext uri="{FF2B5EF4-FFF2-40B4-BE49-F238E27FC236}">
                <a16:creationId xmlns:a16="http://schemas.microsoft.com/office/drawing/2014/main" id="{534867C0-08AA-25A4-A9C2-DDE6235175D2}"/>
              </a:ext>
            </a:extLst>
          </p:cNvPr>
          <p:cNvPicPr>
            <a:picLocks noChangeAspect="1"/>
          </p:cNvPicPr>
          <p:nvPr/>
        </p:nvPicPr>
        <p:blipFill>
          <a:blip r:embed="rId2"/>
          <a:stretch>
            <a:fillRect/>
          </a:stretch>
        </p:blipFill>
        <p:spPr>
          <a:xfrm>
            <a:off x="7902054" y="3640797"/>
            <a:ext cx="3606709" cy="2701550"/>
          </a:xfrm>
          <a:prstGeom prst="rect">
            <a:avLst/>
          </a:prstGeom>
        </p:spPr>
      </p:pic>
    </p:spTree>
    <p:extLst>
      <p:ext uri="{BB962C8B-B14F-4D97-AF65-F5344CB8AC3E}">
        <p14:creationId xmlns:p14="http://schemas.microsoft.com/office/powerpoint/2010/main" val="120670584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chemeClr val="accent5">
            <a:lumMod val="60000"/>
            <a:lumOff val="40000"/>
          </a:schemeClr>
        </a:solidFill>
        <a:effectLst/>
      </p:bgPr>
    </p:bg>
    <p:spTree>
      <p:nvGrpSpPr>
        <p:cNvPr id="1" name="">
          <a:extLst>
            <a:ext uri="{FF2B5EF4-FFF2-40B4-BE49-F238E27FC236}">
              <a16:creationId xmlns:a16="http://schemas.microsoft.com/office/drawing/2014/main" id="{CAFC1327-64AE-BAA6-8387-6C26D627E1CC}"/>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1DF27F34-A608-F86A-B6F8-B79AE37A831B}"/>
              </a:ext>
            </a:extLst>
          </p:cNvPr>
          <p:cNvSpPr txBox="1"/>
          <p:nvPr/>
        </p:nvSpPr>
        <p:spPr>
          <a:xfrm>
            <a:off x="2047164" y="529301"/>
            <a:ext cx="8666329" cy="2431435"/>
          </a:xfrm>
          <a:prstGeom prst="rect">
            <a:avLst/>
          </a:prstGeom>
          <a:noFill/>
        </p:spPr>
        <p:txBody>
          <a:bodyPr wrap="square" rtlCol="0">
            <a:spAutoFit/>
          </a:bodyPr>
          <a:lstStyle/>
          <a:p>
            <a:pPr algn="ctr"/>
            <a:r>
              <a:rPr lang="es-CO" sz="3200" dirty="0">
                <a:solidFill>
                  <a:schemeClr val="bg1"/>
                </a:solidFill>
                <a:latin typeface="Arial Black" panose="020B0A04020102020204" pitchFamily="34" charset="0"/>
              </a:rPr>
              <a:t>Definición del proyecto:</a:t>
            </a:r>
          </a:p>
          <a:p>
            <a:pPr algn="ctr"/>
            <a:endParaRPr lang="es-CO" sz="3200" dirty="0">
              <a:solidFill>
                <a:schemeClr val="bg1"/>
              </a:solidFill>
              <a:latin typeface="Arial Black" panose="020B0A04020102020204" pitchFamily="34" charset="0"/>
            </a:endParaRPr>
          </a:p>
          <a:p>
            <a:r>
              <a:rPr lang="es-CO" sz="3200" dirty="0" err="1">
                <a:solidFill>
                  <a:schemeClr val="bg1"/>
                </a:solidFill>
                <a:latin typeface="Arial Black" panose="020B0A04020102020204" pitchFamily="34" charset="0"/>
              </a:rPr>
              <a:t>Stakeholders</a:t>
            </a:r>
            <a:r>
              <a:rPr lang="es-CO" sz="3200" dirty="0">
                <a:solidFill>
                  <a:schemeClr val="bg1"/>
                </a:solidFill>
                <a:latin typeface="Arial Black" panose="020B0A04020102020204" pitchFamily="34" charset="0"/>
              </a:rPr>
              <a:t> (interesados)</a:t>
            </a:r>
          </a:p>
          <a:p>
            <a:r>
              <a:rPr lang="es-CO" dirty="0">
                <a:solidFill>
                  <a:schemeClr val="bg1"/>
                </a:solidFill>
                <a:latin typeface="Arial Black" panose="020B0A04020102020204" pitchFamily="34" charset="0"/>
              </a:rPr>
              <a:t>Serían las personas involucradas en la fiesta</a:t>
            </a:r>
          </a:p>
          <a:p>
            <a:pPr algn="ctr"/>
            <a:endParaRPr lang="es-CO" sz="3200" dirty="0">
              <a:solidFill>
                <a:schemeClr val="bg1"/>
              </a:solidFill>
              <a:latin typeface="Arial Black" panose="020B0A04020102020204" pitchFamily="34" charset="0"/>
            </a:endParaRPr>
          </a:p>
        </p:txBody>
      </p:sp>
      <p:graphicFrame>
        <p:nvGraphicFramePr>
          <p:cNvPr id="4" name="Tabla 3">
            <a:extLst>
              <a:ext uri="{FF2B5EF4-FFF2-40B4-BE49-F238E27FC236}">
                <a16:creationId xmlns:a16="http://schemas.microsoft.com/office/drawing/2014/main" id="{932012D3-8F7D-E462-EA7D-38099DA91B53}"/>
              </a:ext>
            </a:extLst>
          </p:cNvPr>
          <p:cNvGraphicFramePr>
            <a:graphicFrameLocks noGrp="1"/>
          </p:cNvGraphicFramePr>
          <p:nvPr>
            <p:extLst>
              <p:ext uri="{D42A27DB-BD31-4B8C-83A1-F6EECF244321}">
                <p14:modId xmlns:p14="http://schemas.microsoft.com/office/powerpoint/2010/main" val="4230239267"/>
              </p:ext>
            </p:extLst>
          </p:nvPr>
        </p:nvGraphicFramePr>
        <p:xfrm>
          <a:off x="1478507" y="2517335"/>
          <a:ext cx="9037851" cy="3811364"/>
        </p:xfrm>
        <a:graphic>
          <a:graphicData uri="http://schemas.openxmlformats.org/drawingml/2006/table">
            <a:tbl>
              <a:tblPr firstRow="1" bandRow="1">
                <a:tableStyleId>{5A111915-BE36-4E01-A7E5-04B1672EAD32}</a:tableStyleId>
              </a:tblPr>
              <a:tblGrid>
                <a:gridCol w="3012617">
                  <a:extLst>
                    <a:ext uri="{9D8B030D-6E8A-4147-A177-3AD203B41FA5}">
                      <a16:colId xmlns:a16="http://schemas.microsoft.com/office/drawing/2014/main" val="857233309"/>
                    </a:ext>
                  </a:extLst>
                </a:gridCol>
                <a:gridCol w="3012617">
                  <a:extLst>
                    <a:ext uri="{9D8B030D-6E8A-4147-A177-3AD203B41FA5}">
                      <a16:colId xmlns:a16="http://schemas.microsoft.com/office/drawing/2014/main" val="2074852050"/>
                    </a:ext>
                  </a:extLst>
                </a:gridCol>
                <a:gridCol w="3012617">
                  <a:extLst>
                    <a:ext uri="{9D8B030D-6E8A-4147-A177-3AD203B41FA5}">
                      <a16:colId xmlns:a16="http://schemas.microsoft.com/office/drawing/2014/main" val="2517695408"/>
                    </a:ext>
                  </a:extLst>
                </a:gridCol>
              </a:tblGrid>
              <a:tr h="415268">
                <a:tc>
                  <a:txBody>
                    <a:bodyPr/>
                    <a:lstStyle/>
                    <a:p>
                      <a:r>
                        <a:rPr lang="es-CO" dirty="0" err="1"/>
                        <a:t>Stakeholder</a:t>
                      </a:r>
                      <a:endParaRPr lang="es-CO" dirty="0"/>
                    </a:p>
                  </a:txBody>
                  <a:tcPr/>
                </a:tc>
                <a:tc>
                  <a:txBody>
                    <a:bodyPr/>
                    <a:lstStyle/>
                    <a:p>
                      <a:r>
                        <a:rPr lang="es-CO" dirty="0"/>
                        <a:t>Rol en la fiesta</a:t>
                      </a:r>
                    </a:p>
                  </a:txBody>
                  <a:tcPr/>
                </a:tc>
                <a:tc>
                  <a:txBody>
                    <a:bodyPr/>
                    <a:lstStyle/>
                    <a:p>
                      <a:r>
                        <a:rPr lang="es-CO" dirty="0"/>
                        <a:t>Equivalente en software</a:t>
                      </a:r>
                    </a:p>
                  </a:txBody>
                  <a:tcPr/>
                </a:tc>
                <a:extLst>
                  <a:ext uri="{0D108BD9-81ED-4DB2-BD59-A6C34878D82A}">
                    <a16:rowId xmlns:a16="http://schemas.microsoft.com/office/drawing/2014/main" val="3745635484"/>
                  </a:ext>
                </a:extLst>
              </a:tr>
              <a:tr h="716764">
                <a:tc>
                  <a:txBody>
                    <a:bodyPr/>
                    <a:lstStyle/>
                    <a:p>
                      <a:r>
                        <a:rPr lang="es-CO" sz="2000" b="1" dirty="0">
                          <a:solidFill>
                            <a:schemeClr val="bg1"/>
                          </a:solidFill>
                        </a:rPr>
                        <a:t>Organizador</a:t>
                      </a:r>
                      <a:endParaRPr lang="es-CO" b="1" dirty="0">
                        <a:solidFill>
                          <a:schemeClr val="bg1"/>
                        </a:solidFill>
                      </a:endParaRPr>
                    </a:p>
                  </a:txBody>
                  <a:tcPr/>
                </a:tc>
                <a:tc>
                  <a:txBody>
                    <a:bodyPr/>
                    <a:lstStyle/>
                    <a:p>
                      <a:r>
                        <a:rPr lang="es-CO" dirty="0">
                          <a:solidFill>
                            <a:schemeClr val="bg1"/>
                          </a:solidFill>
                        </a:rPr>
                        <a:t>Coordina todo</a:t>
                      </a:r>
                    </a:p>
                  </a:txBody>
                  <a:tcPr/>
                </a:tc>
                <a:tc>
                  <a:txBody>
                    <a:bodyPr/>
                    <a:lstStyle/>
                    <a:p>
                      <a:r>
                        <a:rPr lang="es-CO" sz="1800" kern="1200" dirty="0">
                          <a:solidFill>
                            <a:schemeClr val="bg1"/>
                          </a:solidFill>
                          <a:latin typeface="+mn-lt"/>
                          <a:ea typeface="+mn-ea"/>
                          <a:cs typeface="+mn-cs"/>
                        </a:rPr>
                        <a:t>Cliente/dueño de producto</a:t>
                      </a:r>
                    </a:p>
                  </a:txBody>
                  <a:tcPr/>
                </a:tc>
                <a:extLst>
                  <a:ext uri="{0D108BD9-81ED-4DB2-BD59-A6C34878D82A}">
                    <a16:rowId xmlns:a16="http://schemas.microsoft.com/office/drawing/2014/main" val="3059399747"/>
                  </a:ext>
                </a:extLst>
              </a:tr>
              <a:tr h="415268">
                <a:tc>
                  <a:txBody>
                    <a:bodyPr/>
                    <a:lstStyle/>
                    <a:p>
                      <a:r>
                        <a:rPr lang="es-CO" sz="2000" b="1" dirty="0">
                          <a:solidFill>
                            <a:schemeClr val="bg1"/>
                          </a:solidFill>
                        </a:rPr>
                        <a:t>Invitados</a:t>
                      </a:r>
                      <a:endParaRPr lang="es-CO" b="1" dirty="0">
                        <a:solidFill>
                          <a:schemeClr val="bg1"/>
                        </a:solidFill>
                      </a:endParaRPr>
                    </a:p>
                  </a:txBody>
                  <a:tcPr/>
                </a:tc>
                <a:tc>
                  <a:txBody>
                    <a:bodyPr/>
                    <a:lstStyle/>
                    <a:p>
                      <a:r>
                        <a:rPr lang="es-CO" sz="1800" kern="1200" dirty="0">
                          <a:solidFill>
                            <a:schemeClr val="bg1"/>
                          </a:solidFill>
                          <a:latin typeface="+mn-lt"/>
                          <a:ea typeface="+mn-ea"/>
                          <a:cs typeface="+mn-cs"/>
                        </a:rPr>
                        <a:t>Asisten y disfrutan</a:t>
                      </a:r>
                    </a:p>
                  </a:txBody>
                  <a:tcPr/>
                </a:tc>
                <a:tc>
                  <a:txBody>
                    <a:bodyPr/>
                    <a:lstStyle/>
                    <a:p>
                      <a:r>
                        <a:rPr lang="es-CO" sz="1800" kern="1200" dirty="0">
                          <a:solidFill>
                            <a:schemeClr val="bg1"/>
                          </a:solidFill>
                          <a:latin typeface="+mn-lt"/>
                          <a:ea typeface="+mn-ea"/>
                          <a:cs typeface="+mn-cs"/>
                        </a:rPr>
                        <a:t>Usuarios finales</a:t>
                      </a:r>
                    </a:p>
                  </a:txBody>
                  <a:tcPr/>
                </a:tc>
                <a:extLst>
                  <a:ext uri="{0D108BD9-81ED-4DB2-BD59-A6C34878D82A}">
                    <a16:rowId xmlns:a16="http://schemas.microsoft.com/office/drawing/2014/main" val="3819875212"/>
                  </a:ext>
                </a:extLst>
              </a:tr>
              <a:tr h="415268">
                <a:tc>
                  <a:txBody>
                    <a:bodyPr/>
                    <a:lstStyle/>
                    <a:p>
                      <a:r>
                        <a:rPr lang="es-CO" sz="2000" b="1" dirty="0">
                          <a:solidFill>
                            <a:schemeClr val="bg1"/>
                          </a:solidFill>
                        </a:rPr>
                        <a:t>Cocineros</a:t>
                      </a:r>
                      <a:endParaRPr lang="es-CO" b="1" dirty="0">
                        <a:solidFill>
                          <a:schemeClr val="bg1"/>
                        </a:solidFill>
                      </a:endParaRPr>
                    </a:p>
                  </a:txBody>
                  <a:tcPr/>
                </a:tc>
                <a:tc>
                  <a:txBody>
                    <a:bodyPr/>
                    <a:lstStyle/>
                    <a:p>
                      <a:pPr marL="0" algn="l" defTabSz="914400" rtl="0" eaLnBrk="1" latinLnBrk="0" hangingPunct="1"/>
                      <a:r>
                        <a:rPr lang="es-CO" sz="1800" kern="1200" dirty="0">
                          <a:solidFill>
                            <a:schemeClr val="bg1"/>
                          </a:solidFill>
                          <a:latin typeface="+mn-lt"/>
                          <a:ea typeface="+mn-ea"/>
                          <a:cs typeface="+mn-cs"/>
                        </a:rPr>
                        <a:t>Preparan la comida</a:t>
                      </a:r>
                    </a:p>
                  </a:txBody>
                  <a:tcPr/>
                </a:tc>
                <a:tc>
                  <a:txBody>
                    <a:bodyPr/>
                    <a:lstStyle/>
                    <a:p>
                      <a:r>
                        <a:rPr lang="es-CO" sz="1800" kern="1200" dirty="0">
                          <a:solidFill>
                            <a:schemeClr val="bg1"/>
                          </a:solidFill>
                          <a:latin typeface="+mn-lt"/>
                          <a:ea typeface="+mn-ea"/>
                          <a:cs typeface="+mn-cs"/>
                        </a:rPr>
                        <a:t>Desarrolladores</a:t>
                      </a:r>
                    </a:p>
                  </a:txBody>
                  <a:tcPr/>
                </a:tc>
                <a:extLst>
                  <a:ext uri="{0D108BD9-81ED-4DB2-BD59-A6C34878D82A}">
                    <a16:rowId xmlns:a16="http://schemas.microsoft.com/office/drawing/2014/main" val="2180588368"/>
                  </a:ext>
                </a:extLst>
              </a:tr>
              <a:tr h="716764">
                <a:tc>
                  <a:txBody>
                    <a:bodyPr/>
                    <a:lstStyle/>
                    <a:p>
                      <a:r>
                        <a:rPr lang="es-CO" sz="2000" b="1" dirty="0">
                          <a:solidFill>
                            <a:schemeClr val="bg1"/>
                          </a:solidFill>
                        </a:rPr>
                        <a:t>Decoradores</a:t>
                      </a:r>
                      <a:endParaRPr lang="es-CO" b="1" dirty="0">
                        <a:solidFill>
                          <a:schemeClr val="bg1"/>
                        </a:solidFill>
                      </a:endParaRPr>
                    </a:p>
                  </a:txBody>
                  <a:tcPr/>
                </a:tc>
                <a:tc>
                  <a:txBody>
                    <a:bodyPr/>
                    <a:lstStyle/>
                    <a:p>
                      <a:pPr marL="0" algn="l" defTabSz="914400" rtl="0" eaLnBrk="1" latinLnBrk="0" hangingPunct="1"/>
                      <a:r>
                        <a:rPr lang="es-CO" sz="1800" kern="1200" dirty="0">
                          <a:solidFill>
                            <a:schemeClr val="bg1"/>
                          </a:solidFill>
                          <a:latin typeface="+mn-lt"/>
                          <a:ea typeface="+mn-ea"/>
                          <a:cs typeface="+mn-cs"/>
                        </a:rPr>
                        <a:t>Diseñan el ambiente</a:t>
                      </a:r>
                    </a:p>
                  </a:txBody>
                  <a:tcPr/>
                </a:tc>
                <a:tc>
                  <a:txBody>
                    <a:bodyPr/>
                    <a:lstStyle/>
                    <a:p>
                      <a:r>
                        <a:rPr lang="es-CO" sz="1800" kern="1200" dirty="0">
                          <a:solidFill>
                            <a:schemeClr val="bg1"/>
                          </a:solidFill>
                          <a:latin typeface="+mn-lt"/>
                          <a:ea typeface="+mn-ea"/>
                          <a:cs typeface="+mn-cs"/>
                        </a:rPr>
                        <a:t>Diseñadores de experiencia.</a:t>
                      </a:r>
                    </a:p>
                  </a:txBody>
                  <a:tcPr/>
                </a:tc>
                <a:extLst>
                  <a:ext uri="{0D108BD9-81ED-4DB2-BD59-A6C34878D82A}">
                    <a16:rowId xmlns:a16="http://schemas.microsoft.com/office/drawing/2014/main" val="789352019"/>
                  </a:ext>
                </a:extLst>
              </a:tr>
              <a:tr h="716764">
                <a:tc>
                  <a:txBody>
                    <a:bodyPr/>
                    <a:lstStyle/>
                    <a:p>
                      <a:r>
                        <a:rPr lang="es-CO" sz="2000" b="1" dirty="0">
                          <a:solidFill>
                            <a:schemeClr val="bg1"/>
                          </a:solidFill>
                        </a:rPr>
                        <a:t>Persona que revisa</a:t>
                      </a:r>
                    </a:p>
                  </a:txBody>
                  <a:tcPr/>
                </a:tc>
                <a:tc>
                  <a:txBody>
                    <a:bodyPr/>
                    <a:lstStyle/>
                    <a:p>
                      <a:pPr marL="0" algn="l" defTabSz="914400" rtl="0" eaLnBrk="1" latinLnBrk="0" hangingPunct="1"/>
                      <a:r>
                        <a:rPr lang="es-CO" sz="1800" kern="1200" dirty="0">
                          <a:solidFill>
                            <a:schemeClr val="bg1"/>
                          </a:solidFill>
                          <a:latin typeface="+mn-lt"/>
                          <a:ea typeface="+mn-ea"/>
                          <a:cs typeface="+mn-cs"/>
                        </a:rPr>
                        <a:t>Verificar que todo funcione</a:t>
                      </a:r>
                    </a:p>
                  </a:txBody>
                  <a:tcPr/>
                </a:tc>
                <a:tc>
                  <a:txBody>
                    <a:bodyPr/>
                    <a:lstStyle/>
                    <a:p>
                      <a:r>
                        <a:rPr lang="es-CO" sz="1800" kern="1200" dirty="0">
                          <a:solidFill>
                            <a:schemeClr val="bg1"/>
                          </a:solidFill>
                          <a:latin typeface="+mn-lt"/>
                          <a:ea typeface="+mn-ea"/>
                          <a:cs typeface="+mn-cs"/>
                        </a:rPr>
                        <a:t>QA/Tester</a:t>
                      </a:r>
                    </a:p>
                  </a:txBody>
                  <a:tcPr/>
                </a:tc>
                <a:extLst>
                  <a:ext uri="{0D108BD9-81ED-4DB2-BD59-A6C34878D82A}">
                    <a16:rowId xmlns:a16="http://schemas.microsoft.com/office/drawing/2014/main" val="3389958734"/>
                  </a:ext>
                </a:extLst>
              </a:tr>
              <a:tr h="415268">
                <a:tc>
                  <a:txBody>
                    <a:bodyPr/>
                    <a:lstStyle/>
                    <a:p>
                      <a:r>
                        <a:rPr lang="es-CO" sz="2000" b="1" dirty="0">
                          <a:solidFill>
                            <a:schemeClr val="bg1"/>
                          </a:solidFill>
                        </a:rPr>
                        <a:t>Proveedores</a:t>
                      </a:r>
                    </a:p>
                  </a:txBody>
                  <a:tcPr/>
                </a:tc>
                <a:tc>
                  <a:txBody>
                    <a:bodyPr/>
                    <a:lstStyle/>
                    <a:p>
                      <a:pPr marL="0" algn="l" defTabSz="914400" rtl="0" eaLnBrk="1" latinLnBrk="0" hangingPunct="1"/>
                      <a:r>
                        <a:rPr lang="es-CO" sz="1800" kern="1200" dirty="0">
                          <a:solidFill>
                            <a:schemeClr val="bg1"/>
                          </a:solidFill>
                          <a:latin typeface="+mn-lt"/>
                          <a:ea typeface="+mn-ea"/>
                          <a:cs typeface="+mn-cs"/>
                        </a:rPr>
                        <a:t>Entregan materiales</a:t>
                      </a:r>
                    </a:p>
                  </a:txBody>
                  <a:tcPr/>
                </a:tc>
                <a:tc>
                  <a:txBody>
                    <a:bodyPr/>
                    <a:lstStyle/>
                    <a:p>
                      <a:r>
                        <a:rPr lang="es-CO" sz="1800" kern="1200" dirty="0">
                          <a:solidFill>
                            <a:schemeClr val="bg1"/>
                          </a:solidFill>
                          <a:latin typeface="+mn-lt"/>
                          <a:ea typeface="+mn-ea"/>
                          <a:cs typeface="+mn-cs"/>
                        </a:rPr>
                        <a:t>Servicios externos</a:t>
                      </a:r>
                    </a:p>
                  </a:txBody>
                  <a:tcPr/>
                </a:tc>
                <a:extLst>
                  <a:ext uri="{0D108BD9-81ED-4DB2-BD59-A6C34878D82A}">
                    <a16:rowId xmlns:a16="http://schemas.microsoft.com/office/drawing/2014/main" val="3294049477"/>
                  </a:ext>
                </a:extLst>
              </a:tr>
            </a:tbl>
          </a:graphicData>
        </a:graphic>
      </p:graphicFrame>
    </p:spTree>
    <p:extLst>
      <p:ext uri="{BB962C8B-B14F-4D97-AF65-F5344CB8AC3E}">
        <p14:creationId xmlns:p14="http://schemas.microsoft.com/office/powerpoint/2010/main" val="7307763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chemeClr val="accent5">
            <a:lumMod val="60000"/>
            <a:lumOff val="40000"/>
          </a:schemeClr>
        </a:solidFill>
        <a:effectLst/>
      </p:bgPr>
    </p:bg>
    <p:spTree>
      <p:nvGrpSpPr>
        <p:cNvPr id="1" name="">
          <a:extLst>
            <a:ext uri="{FF2B5EF4-FFF2-40B4-BE49-F238E27FC236}">
              <a16:creationId xmlns:a16="http://schemas.microsoft.com/office/drawing/2014/main" id="{918F85FA-EF7A-FA73-6045-EF1760364DE3}"/>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8368C346-5AF2-5149-142F-E2B8BDDE09D1}"/>
              </a:ext>
            </a:extLst>
          </p:cNvPr>
          <p:cNvSpPr txBox="1"/>
          <p:nvPr/>
        </p:nvSpPr>
        <p:spPr>
          <a:xfrm>
            <a:off x="2047164" y="529301"/>
            <a:ext cx="8666329" cy="2062103"/>
          </a:xfrm>
          <a:prstGeom prst="rect">
            <a:avLst/>
          </a:prstGeom>
          <a:noFill/>
        </p:spPr>
        <p:txBody>
          <a:bodyPr wrap="square" rtlCol="0">
            <a:spAutoFit/>
          </a:bodyPr>
          <a:lstStyle/>
          <a:p>
            <a:pPr algn="ctr"/>
            <a:r>
              <a:rPr lang="es-CO" sz="3200" dirty="0">
                <a:solidFill>
                  <a:schemeClr val="bg1"/>
                </a:solidFill>
                <a:latin typeface="Arial Black" panose="020B0A04020102020204" pitchFamily="34" charset="0"/>
              </a:rPr>
              <a:t>Definición del proyecto:</a:t>
            </a:r>
          </a:p>
          <a:p>
            <a:pPr algn="ctr"/>
            <a:endParaRPr lang="es-CO" sz="3200" dirty="0">
              <a:solidFill>
                <a:schemeClr val="bg1"/>
              </a:solidFill>
              <a:latin typeface="Arial Black" panose="020B0A04020102020204" pitchFamily="34" charset="0"/>
            </a:endParaRPr>
          </a:p>
          <a:p>
            <a:r>
              <a:rPr lang="es-CO" sz="3200" dirty="0">
                <a:solidFill>
                  <a:schemeClr val="bg1"/>
                </a:solidFill>
                <a:latin typeface="Arial Black" panose="020B0A04020102020204" pitchFamily="34" charset="0"/>
              </a:rPr>
              <a:t>Identificación de riesgos</a:t>
            </a:r>
          </a:p>
          <a:p>
            <a:pPr algn="ctr"/>
            <a:endParaRPr lang="es-CO" sz="3200" dirty="0">
              <a:solidFill>
                <a:schemeClr val="bg1"/>
              </a:solidFill>
              <a:latin typeface="Arial Black" panose="020B0A04020102020204" pitchFamily="34" charset="0"/>
            </a:endParaRPr>
          </a:p>
        </p:txBody>
      </p:sp>
      <p:graphicFrame>
        <p:nvGraphicFramePr>
          <p:cNvPr id="3" name="Tabla 2">
            <a:extLst>
              <a:ext uri="{FF2B5EF4-FFF2-40B4-BE49-F238E27FC236}">
                <a16:creationId xmlns:a16="http://schemas.microsoft.com/office/drawing/2014/main" id="{C0A41064-939B-3CA8-54AA-84EAAC28B1E2}"/>
              </a:ext>
            </a:extLst>
          </p:cNvPr>
          <p:cNvGraphicFramePr>
            <a:graphicFrameLocks noGrp="1"/>
          </p:cNvGraphicFramePr>
          <p:nvPr>
            <p:extLst>
              <p:ext uri="{D42A27DB-BD31-4B8C-83A1-F6EECF244321}">
                <p14:modId xmlns:p14="http://schemas.microsoft.com/office/powerpoint/2010/main" val="626850164"/>
              </p:ext>
            </p:extLst>
          </p:nvPr>
        </p:nvGraphicFramePr>
        <p:xfrm>
          <a:off x="1909170" y="2591404"/>
          <a:ext cx="8128000" cy="2245360"/>
        </p:xfrm>
        <a:graphic>
          <a:graphicData uri="http://schemas.openxmlformats.org/drawingml/2006/table">
            <a:tbl>
              <a:tblPr firstRow="1" bandRow="1">
                <a:tableStyleId>{5A111915-BE36-4E01-A7E5-04B1672EAD32}</a:tableStyleId>
              </a:tblPr>
              <a:tblGrid>
                <a:gridCol w="4064000">
                  <a:extLst>
                    <a:ext uri="{9D8B030D-6E8A-4147-A177-3AD203B41FA5}">
                      <a16:colId xmlns:a16="http://schemas.microsoft.com/office/drawing/2014/main" val="2516273968"/>
                    </a:ext>
                  </a:extLst>
                </a:gridCol>
                <a:gridCol w="4064000">
                  <a:extLst>
                    <a:ext uri="{9D8B030D-6E8A-4147-A177-3AD203B41FA5}">
                      <a16:colId xmlns:a16="http://schemas.microsoft.com/office/drawing/2014/main" val="2525718360"/>
                    </a:ext>
                  </a:extLst>
                </a:gridCol>
              </a:tblGrid>
              <a:tr h="370840">
                <a:tc>
                  <a:txBody>
                    <a:bodyPr/>
                    <a:lstStyle/>
                    <a:p>
                      <a:r>
                        <a:rPr lang="es-CO" sz="2000" dirty="0"/>
                        <a:t>Riesgo</a:t>
                      </a:r>
                      <a:endParaRPr lang="es-CO" dirty="0"/>
                    </a:p>
                  </a:txBody>
                  <a:tcPr/>
                </a:tc>
                <a:tc>
                  <a:txBody>
                    <a:bodyPr/>
                    <a:lstStyle/>
                    <a:p>
                      <a:r>
                        <a:rPr lang="es-CO" sz="2000" dirty="0"/>
                        <a:t>Impacto</a:t>
                      </a:r>
                      <a:endParaRPr lang="es-CO" dirty="0"/>
                    </a:p>
                  </a:txBody>
                  <a:tcPr/>
                </a:tc>
                <a:extLst>
                  <a:ext uri="{0D108BD9-81ED-4DB2-BD59-A6C34878D82A}">
                    <a16:rowId xmlns:a16="http://schemas.microsoft.com/office/drawing/2014/main" val="1331267747"/>
                  </a:ext>
                </a:extLst>
              </a:tr>
              <a:tr h="370840">
                <a:tc>
                  <a:txBody>
                    <a:bodyPr/>
                    <a:lstStyle/>
                    <a:p>
                      <a:r>
                        <a:rPr lang="es-CO" dirty="0">
                          <a:solidFill>
                            <a:schemeClr val="bg1"/>
                          </a:solidFill>
                        </a:rPr>
                        <a:t>Falta comida</a:t>
                      </a:r>
                    </a:p>
                  </a:txBody>
                  <a:tcPr/>
                </a:tc>
                <a:tc>
                  <a:txBody>
                    <a:bodyPr/>
                    <a:lstStyle/>
                    <a:p>
                      <a:pPr marL="0" algn="l" defTabSz="914400" rtl="0" eaLnBrk="1" latinLnBrk="0" hangingPunct="1"/>
                      <a:r>
                        <a:rPr lang="es-CO" sz="1800" kern="1200" dirty="0">
                          <a:solidFill>
                            <a:schemeClr val="bg1"/>
                          </a:solidFill>
                          <a:latin typeface="+mn-lt"/>
                          <a:ea typeface="+mn-ea"/>
                          <a:cs typeface="+mn-cs"/>
                        </a:rPr>
                        <a:t>Invitados inconformes</a:t>
                      </a:r>
                    </a:p>
                  </a:txBody>
                  <a:tcPr/>
                </a:tc>
                <a:extLst>
                  <a:ext uri="{0D108BD9-81ED-4DB2-BD59-A6C34878D82A}">
                    <a16:rowId xmlns:a16="http://schemas.microsoft.com/office/drawing/2014/main" val="4067385265"/>
                  </a:ext>
                </a:extLst>
              </a:tr>
              <a:tr h="370840">
                <a:tc>
                  <a:txBody>
                    <a:bodyPr/>
                    <a:lstStyle/>
                    <a:p>
                      <a:pPr marL="0" algn="l" defTabSz="914400" rtl="0" eaLnBrk="1" latinLnBrk="0" hangingPunct="1"/>
                      <a:r>
                        <a:rPr lang="es-CO" sz="1800" kern="1200" dirty="0">
                          <a:solidFill>
                            <a:schemeClr val="bg1"/>
                          </a:solidFill>
                          <a:latin typeface="+mn-lt"/>
                          <a:ea typeface="+mn-ea"/>
                          <a:cs typeface="+mn-cs"/>
                        </a:rPr>
                        <a:t>El sonido falla</a:t>
                      </a:r>
                    </a:p>
                  </a:txBody>
                  <a:tcPr/>
                </a:tc>
                <a:tc>
                  <a:txBody>
                    <a:bodyPr/>
                    <a:lstStyle/>
                    <a:p>
                      <a:pPr marL="0" algn="l" defTabSz="914400" rtl="0" eaLnBrk="1" latinLnBrk="0" hangingPunct="1"/>
                      <a:r>
                        <a:rPr lang="es-CO" sz="1800" kern="1200" dirty="0">
                          <a:solidFill>
                            <a:schemeClr val="bg1"/>
                          </a:solidFill>
                          <a:latin typeface="+mn-lt"/>
                          <a:ea typeface="+mn-ea"/>
                          <a:cs typeface="+mn-cs"/>
                        </a:rPr>
                        <a:t>Mala experiencia</a:t>
                      </a:r>
                    </a:p>
                  </a:txBody>
                  <a:tcPr/>
                </a:tc>
                <a:extLst>
                  <a:ext uri="{0D108BD9-81ED-4DB2-BD59-A6C34878D82A}">
                    <a16:rowId xmlns:a16="http://schemas.microsoft.com/office/drawing/2014/main" val="746191427"/>
                  </a:ext>
                </a:extLst>
              </a:tr>
              <a:tr h="370840">
                <a:tc>
                  <a:txBody>
                    <a:bodyPr/>
                    <a:lstStyle/>
                    <a:p>
                      <a:pPr marL="0" algn="l" defTabSz="914400" rtl="0" eaLnBrk="1" latinLnBrk="0" hangingPunct="1"/>
                      <a:r>
                        <a:rPr lang="es-CO" sz="1800" kern="1200" dirty="0">
                          <a:solidFill>
                            <a:schemeClr val="bg1"/>
                          </a:solidFill>
                          <a:latin typeface="+mn-lt"/>
                          <a:ea typeface="+mn-ea"/>
                          <a:cs typeface="+mn-cs"/>
                        </a:rPr>
                        <a:t>Invitaciones incompletas</a:t>
                      </a:r>
                    </a:p>
                  </a:txBody>
                  <a:tcPr/>
                </a:tc>
                <a:tc>
                  <a:txBody>
                    <a:bodyPr/>
                    <a:lstStyle/>
                    <a:p>
                      <a:pPr marL="0" algn="l" defTabSz="914400" rtl="0" eaLnBrk="1" latinLnBrk="0" hangingPunct="1"/>
                      <a:r>
                        <a:rPr lang="es-CO" sz="1800" kern="1200" dirty="0">
                          <a:solidFill>
                            <a:schemeClr val="bg1"/>
                          </a:solidFill>
                          <a:latin typeface="+mn-lt"/>
                          <a:ea typeface="+mn-ea"/>
                          <a:cs typeface="+mn-cs"/>
                        </a:rPr>
                        <a:t>Personas sin información</a:t>
                      </a:r>
                    </a:p>
                  </a:txBody>
                  <a:tcPr/>
                </a:tc>
                <a:extLst>
                  <a:ext uri="{0D108BD9-81ED-4DB2-BD59-A6C34878D82A}">
                    <a16:rowId xmlns:a16="http://schemas.microsoft.com/office/drawing/2014/main" val="1612371556"/>
                  </a:ext>
                </a:extLst>
              </a:tr>
              <a:tr h="370840">
                <a:tc>
                  <a:txBody>
                    <a:bodyPr/>
                    <a:lstStyle/>
                    <a:p>
                      <a:pPr marL="0" algn="l" defTabSz="914400" rtl="0" eaLnBrk="1" latinLnBrk="0" hangingPunct="1"/>
                      <a:r>
                        <a:rPr lang="es-CO" sz="1800" kern="1200" dirty="0">
                          <a:solidFill>
                            <a:schemeClr val="bg1"/>
                          </a:solidFill>
                          <a:latin typeface="+mn-lt"/>
                          <a:ea typeface="+mn-ea"/>
                          <a:cs typeface="+mn-cs"/>
                        </a:rPr>
                        <a:t>Se supera el presupuesto</a:t>
                      </a:r>
                    </a:p>
                  </a:txBody>
                  <a:tcPr/>
                </a:tc>
                <a:tc>
                  <a:txBody>
                    <a:bodyPr/>
                    <a:lstStyle/>
                    <a:p>
                      <a:pPr marL="0" algn="l" defTabSz="914400" rtl="0" eaLnBrk="1" latinLnBrk="0" hangingPunct="1"/>
                      <a:r>
                        <a:rPr lang="es-CO" sz="1800" kern="1200" dirty="0">
                          <a:solidFill>
                            <a:schemeClr val="bg1"/>
                          </a:solidFill>
                          <a:latin typeface="+mn-lt"/>
                          <a:ea typeface="+mn-ea"/>
                          <a:cs typeface="+mn-cs"/>
                        </a:rPr>
                        <a:t>Problemas financieros</a:t>
                      </a:r>
                    </a:p>
                  </a:txBody>
                  <a:tcPr/>
                </a:tc>
                <a:extLst>
                  <a:ext uri="{0D108BD9-81ED-4DB2-BD59-A6C34878D82A}">
                    <a16:rowId xmlns:a16="http://schemas.microsoft.com/office/drawing/2014/main" val="370590607"/>
                  </a:ext>
                </a:extLst>
              </a:tr>
              <a:tr h="0">
                <a:tc>
                  <a:txBody>
                    <a:bodyPr/>
                    <a:lstStyle/>
                    <a:p>
                      <a:pPr marL="0" algn="l" defTabSz="914400" rtl="0" eaLnBrk="1" latinLnBrk="0" hangingPunct="1"/>
                      <a:r>
                        <a:rPr lang="es-CO" sz="1800" kern="1200" dirty="0">
                          <a:solidFill>
                            <a:schemeClr val="bg1"/>
                          </a:solidFill>
                          <a:latin typeface="+mn-lt"/>
                          <a:ea typeface="+mn-ea"/>
                          <a:cs typeface="+mn-cs"/>
                        </a:rPr>
                        <a:t>Mala organización</a:t>
                      </a:r>
                    </a:p>
                  </a:txBody>
                  <a:tcPr/>
                </a:tc>
                <a:tc>
                  <a:txBody>
                    <a:bodyPr/>
                    <a:lstStyle/>
                    <a:p>
                      <a:pPr marL="0" algn="l" defTabSz="914400" rtl="0" eaLnBrk="1" latinLnBrk="0" hangingPunct="1"/>
                      <a:r>
                        <a:rPr lang="es-CO" sz="1800" kern="1200" dirty="0">
                          <a:solidFill>
                            <a:schemeClr val="bg1"/>
                          </a:solidFill>
                          <a:latin typeface="+mn-lt"/>
                          <a:ea typeface="+mn-ea"/>
                          <a:cs typeface="+mn-cs"/>
                        </a:rPr>
                        <a:t>Retraso y errores</a:t>
                      </a:r>
                    </a:p>
                  </a:txBody>
                  <a:tcPr/>
                </a:tc>
                <a:extLst>
                  <a:ext uri="{0D108BD9-81ED-4DB2-BD59-A6C34878D82A}">
                    <a16:rowId xmlns:a16="http://schemas.microsoft.com/office/drawing/2014/main" val="1838072625"/>
                  </a:ext>
                </a:extLst>
              </a:tr>
            </a:tbl>
          </a:graphicData>
        </a:graphic>
      </p:graphicFrame>
      <p:sp>
        <p:nvSpPr>
          <p:cNvPr id="6" name="CuadroTexto 5">
            <a:extLst>
              <a:ext uri="{FF2B5EF4-FFF2-40B4-BE49-F238E27FC236}">
                <a16:creationId xmlns:a16="http://schemas.microsoft.com/office/drawing/2014/main" id="{F20B017F-9BFD-1B97-F3E6-692B9DF5F7DF}"/>
              </a:ext>
            </a:extLst>
          </p:cNvPr>
          <p:cNvSpPr txBox="1"/>
          <p:nvPr/>
        </p:nvSpPr>
        <p:spPr>
          <a:xfrm>
            <a:off x="603914" y="5335853"/>
            <a:ext cx="6093724" cy="923330"/>
          </a:xfrm>
          <a:prstGeom prst="rect">
            <a:avLst/>
          </a:prstGeom>
          <a:noFill/>
        </p:spPr>
        <p:txBody>
          <a:bodyPr wrap="square">
            <a:spAutoFit/>
          </a:bodyPr>
          <a:lstStyle/>
          <a:p>
            <a:r>
              <a:rPr lang="es-CO" dirty="0">
                <a:solidFill>
                  <a:schemeClr val="bg1"/>
                </a:solidFill>
                <a:latin typeface="Arial Narrow" panose="020B0606020202030204" pitchFamily="34" charset="0"/>
              </a:rPr>
              <a:t>En software los riesgos serían: caída del sistema, errores en las funcionalidades, retrasos en entregas, pérdida de información, problemas de seguridad.</a:t>
            </a:r>
            <a:endParaRPr lang="es-CO" dirty="0"/>
          </a:p>
        </p:txBody>
      </p:sp>
    </p:spTree>
    <p:extLst>
      <p:ext uri="{BB962C8B-B14F-4D97-AF65-F5344CB8AC3E}">
        <p14:creationId xmlns:p14="http://schemas.microsoft.com/office/powerpoint/2010/main" val="37664552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chemeClr val="accent5">
            <a:lumMod val="60000"/>
            <a:lumOff val="40000"/>
          </a:schemeClr>
        </a:solidFill>
        <a:effectLst/>
      </p:bgPr>
    </p:bg>
    <p:spTree>
      <p:nvGrpSpPr>
        <p:cNvPr id="1" name="">
          <a:extLst>
            <a:ext uri="{FF2B5EF4-FFF2-40B4-BE49-F238E27FC236}">
              <a16:creationId xmlns:a16="http://schemas.microsoft.com/office/drawing/2014/main" id="{BB1A289F-D6C3-5973-E59A-6771AF410D38}"/>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0F9BB9C1-87EC-2528-C566-F821B9902702}"/>
              </a:ext>
            </a:extLst>
          </p:cNvPr>
          <p:cNvSpPr txBox="1"/>
          <p:nvPr/>
        </p:nvSpPr>
        <p:spPr>
          <a:xfrm>
            <a:off x="545911" y="412790"/>
            <a:ext cx="7206018" cy="2554545"/>
          </a:xfrm>
          <a:prstGeom prst="rect">
            <a:avLst/>
          </a:prstGeom>
          <a:noFill/>
        </p:spPr>
        <p:txBody>
          <a:bodyPr wrap="square" rtlCol="0">
            <a:spAutoFit/>
          </a:bodyPr>
          <a:lstStyle/>
          <a:p>
            <a:pPr algn="ctr"/>
            <a:r>
              <a:rPr lang="es-CO" sz="3200" dirty="0">
                <a:solidFill>
                  <a:schemeClr val="bg1"/>
                </a:solidFill>
                <a:latin typeface="Arial Black" panose="020B0A04020102020204" pitchFamily="34" charset="0"/>
              </a:rPr>
              <a:t>Metodología y gestión:</a:t>
            </a:r>
          </a:p>
          <a:p>
            <a:pPr algn="ctr"/>
            <a:endParaRPr lang="es-CO" sz="3200" dirty="0">
              <a:solidFill>
                <a:schemeClr val="bg1"/>
              </a:solidFill>
              <a:latin typeface="Arial Black" panose="020B0A04020102020204" pitchFamily="34" charset="0"/>
            </a:endParaRPr>
          </a:p>
          <a:p>
            <a:r>
              <a:rPr lang="es-CO" sz="3200" dirty="0">
                <a:solidFill>
                  <a:schemeClr val="bg1"/>
                </a:solidFill>
                <a:latin typeface="Arial Black" panose="020B0A04020102020204" pitchFamily="34" charset="0"/>
              </a:rPr>
              <a:t>Metodología seleccionada: Ágil (Scrum)</a:t>
            </a:r>
          </a:p>
          <a:p>
            <a:pPr algn="ctr"/>
            <a:endParaRPr lang="es-CO" sz="3200" dirty="0">
              <a:solidFill>
                <a:schemeClr val="bg1"/>
              </a:solidFill>
              <a:latin typeface="Arial Black" panose="020B0A04020102020204" pitchFamily="34" charset="0"/>
            </a:endParaRPr>
          </a:p>
        </p:txBody>
      </p:sp>
      <p:sp>
        <p:nvSpPr>
          <p:cNvPr id="6" name="CuadroTexto 5">
            <a:extLst>
              <a:ext uri="{FF2B5EF4-FFF2-40B4-BE49-F238E27FC236}">
                <a16:creationId xmlns:a16="http://schemas.microsoft.com/office/drawing/2014/main" id="{1BAF40B4-B425-5F60-C807-22A9A7C659A9}"/>
              </a:ext>
            </a:extLst>
          </p:cNvPr>
          <p:cNvSpPr txBox="1"/>
          <p:nvPr/>
        </p:nvSpPr>
        <p:spPr>
          <a:xfrm>
            <a:off x="436727" y="2817210"/>
            <a:ext cx="7315201" cy="2862322"/>
          </a:xfrm>
          <a:prstGeom prst="rect">
            <a:avLst/>
          </a:prstGeom>
          <a:noFill/>
        </p:spPr>
        <p:txBody>
          <a:bodyPr wrap="square">
            <a:spAutoFit/>
          </a:bodyPr>
          <a:lstStyle/>
          <a:p>
            <a:r>
              <a:rPr lang="es-CO" dirty="0">
                <a:solidFill>
                  <a:schemeClr val="bg1"/>
                </a:solidFill>
                <a:latin typeface="Arial Narrow" panose="020B0606020202030204" pitchFamily="34" charset="0"/>
              </a:rPr>
              <a:t>Se eligió la metodología ágil porque permite realizar cambios rápidos, facilita el trabajo en equipo, se pueden </a:t>
            </a:r>
            <a:r>
              <a:rPr lang="es-CO" dirty="0" err="1">
                <a:solidFill>
                  <a:schemeClr val="bg1"/>
                </a:solidFill>
                <a:latin typeface="Arial Narrow" panose="020B0606020202030204" pitchFamily="34" charset="0"/>
              </a:rPr>
              <a:t>corregisr</a:t>
            </a:r>
            <a:r>
              <a:rPr lang="es-CO" dirty="0">
                <a:solidFill>
                  <a:schemeClr val="bg1"/>
                </a:solidFill>
                <a:latin typeface="Arial Narrow" panose="020B0606020202030204" pitchFamily="34" charset="0"/>
              </a:rPr>
              <a:t> errores constantemente, el cliente puede dar retroalimentación continua.</a:t>
            </a:r>
          </a:p>
          <a:p>
            <a:endParaRPr lang="es-CO" dirty="0">
              <a:solidFill>
                <a:schemeClr val="bg1"/>
              </a:solidFill>
              <a:latin typeface="Arial Narrow" panose="020B0606020202030204" pitchFamily="34" charset="0"/>
            </a:endParaRPr>
          </a:p>
          <a:p>
            <a:r>
              <a:rPr lang="es-CO" dirty="0">
                <a:solidFill>
                  <a:schemeClr val="bg1"/>
                </a:solidFill>
                <a:latin typeface="Arial Narrow" panose="020B0606020202030204" pitchFamily="34" charset="0"/>
              </a:rPr>
              <a:t>En vez de organizar toda la fiesta de una sola vez, se trabaja por pequeñas entregas:</a:t>
            </a:r>
          </a:p>
          <a:p>
            <a:pPr marL="285750" indent="-285750">
              <a:buFont typeface="Wingdings" panose="05000000000000000000" pitchFamily="2" charset="2"/>
              <a:buChar char="v"/>
            </a:pPr>
            <a:r>
              <a:rPr lang="es-CO" dirty="0">
                <a:solidFill>
                  <a:schemeClr val="bg1"/>
                </a:solidFill>
                <a:latin typeface="Arial Narrow" panose="020B0606020202030204" pitchFamily="34" charset="0"/>
              </a:rPr>
              <a:t>Primero las invitaciones.</a:t>
            </a:r>
          </a:p>
          <a:p>
            <a:pPr marL="285750" indent="-285750">
              <a:buFont typeface="Wingdings" panose="05000000000000000000" pitchFamily="2" charset="2"/>
              <a:buChar char="v"/>
            </a:pPr>
            <a:r>
              <a:rPr lang="es-CO" dirty="0">
                <a:solidFill>
                  <a:schemeClr val="bg1"/>
                </a:solidFill>
                <a:latin typeface="Arial Narrow" panose="020B0606020202030204" pitchFamily="34" charset="0"/>
              </a:rPr>
              <a:t>Luego la decoración.</a:t>
            </a:r>
          </a:p>
          <a:p>
            <a:pPr marL="285750" indent="-285750">
              <a:buFont typeface="Wingdings" panose="05000000000000000000" pitchFamily="2" charset="2"/>
              <a:buChar char="v"/>
            </a:pPr>
            <a:r>
              <a:rPr lang="es-CO" dirty="0">
                <a:solidFill>
                  <a:schemeClr val="bg1"/>
                </a:solidFill>
                <a:latin typeface="Arial Narrow" panose="020B0606020202030204" pitchFamily="34" charset="0"/>
              </a:rPr>
              <a:t>Después la comida.</a:t>
            </a:r>
          </a:p>
          <a:p>
            <a:pPr marL="285750" indent="-285750">
              <a:buFont typeface="Wingdings" panose="05000000000000000000" pitchFamily="2" charset="2"/>
              <a:buChar char="v"/>
            </a:pPr>
            <a:r>
              <a:rPr lang="es-CO" dirty="0">
                <a:solidFill>
                  <a:schemeClr val="bg1"/>
                </a:solidFill>
                <a:latin typeface="Arial Narrow" panose="020B0606020202030204" pitchFamily="34" charset="0"/>
              </a:rPr>
              <a:t>Finalmente las validaciones generales antes de la fiesta.</a:t>
            </a:r>
          </a:p>
          <a:p>
            <a:r>
              <a:rPr lang="es-CO" dirty="0">
                <a:solidFill>
                  <a:schemeClr val="bg1"/>
                </a:solidFill>
                <a:latin typeface="Arial Narrow" panose="020B0606020202030204" pitchFamily="34" charset="0"/>
              </a:rPr>
              <a:t>Así es mas fácil identificar problemas antes del evento.</a:t>
            </a:r>
            <a:endParaRPr lang="es-CO" dirty="0"/>
          </a:p>
        </p:txBody>
      </p:sp>
      <p:pic>
        <p:nvPicPr>
          <p:cNvPr id="4" name="Imagen 3" descr="Metodologia ágil: o que é, vantagens e como aplicar | Runrun.it">
            <a:extLst>
              <a:ext uri="{FF2B5EF4-FFF2-40B4-BE49-F238E27FC236}">
                <a16:creationId xmlns:a16="http://schemas.microsoft.com/office/drawing/2014/main" id="{279E5D47-36C4-5BD6-D325-0CD67F605DA8}"/>
              </a:ext>
            </a:extLst>
          </p:cNvPr>
          <p:cNvPicPr>
            <a:picLocks noChangeAspect="1"/>
          </p:cNvPicPr>
          <p:nvPr/>
        </p:nvPicPr>
        <p:blipFill>
          <a:blip r:embed="rId2"/>
          <a:stretch>
            <a:fillRect/>
          </a:stretch>
        </p:blipFill>
        <p:spPr>
          <a:xfrm>
            <a:off x="7861112" y="2524837"/>
            <a:ext cx="4250456" cy="2242150"/>
          </a:xfrm>
          <a:prstGeom prst="rect">
            <a:avLst/>
          </a:prstGeom>
        </p:spPr>
      </p:pic>
    </p:spTree>
    <p:extLst>
      <p:ext uri="{BB962C8B-B14F-4D97-AF65-F5344CB8AC3E}">
        <p14:creationId xmlns:p14="http://schemas.microsoft.com/office/powerpoint/2010/main" val="261988900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chemeClr val="accent5">
            <a:lumMod val="60000"/>
            <a:lumOff val="40000"/>
          </a:schemeClr>
        </a:solidFill>
        <a:effectLst/>
      </p:bgPr>
    </p:bg>
    <p:spTree>
      <p:nvGrpSpPr>
        <p:cNvPr id="1" name="">
          <a:extLst>
            <a:ext uri="{FF2B5EF4-FFF2-40B4-BE49-F238E27FC236}">
              <a16:creationId xmlns:a16="http://schemas.microsoft.com/office/drawing/2014/main" id="{E5932FCB-61CC-36F7-A4DC-181114F5BD1C}"/>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1CF61849-D5C4-F3D6-E9D4-8661FE0257CD}"/>
              </a:ext>
            </a:extLst>
          </p:cNvPr>
          <p:cNvSpPr txBox="1"/>
          <p:nvPr/>
        </p:nvSpPr>
        <p:spPr>
          <a:xfrm>
            <a:off x="2047164" y="529301"/>
            <a:ext cx="8666329" cy="2062103"/>
          </a:xfrm>
          <a:prstGeom prst="rect">
            <a:avLst/>
          </a:prstGeom>
          <a:noFill/>
        </p:spPr>
        <p:txBody>
          <a:bodyPr wrap="square" rtlCol="0">
            <a:spAutoFit/>
          </a:bodyPr>
          <a:lstStyle/>
          <a:p>
            <a:pPr algn="ctr"/>
            <a:r>
              <a:rPr lang="es-CO" sz="3200" dirty="0">
                <a:solidFill>
                  <a:schemeClr val="bg1"/>
                </a:solidFill>
                <a:latin typeface="Arial Black" panose="020B0A04020102020204" pitchFamily="34" charset="0"/>
              </a:rPr>
              <a:t>Metodología y gestión:</a:t>
            </a:r>
          </a:p>
          <a:p>
            <a:pPr algn="ctr"/>
            <a:endParaRPr lang="es-CO" sz="3200" dirty="0">
              <a:solidFill>
                <a:schemeClr val="bg1"/>
              </a:solidFill>
              <a:latin typeface="Arial Black" panose="020B0A04020102020204" pitchFamily="34" charset="0"/>
            </a:endParaRPr>
          </a:p>
          <a:p>
            <a:r>
              <a:rPr lang="es-CO" sz="3200" dirty="0">
                <a:solidFill>
                  <a:schemeClr val="bg1"/>
                </a:solidFill>
                <a:latin typeface="Arial Black" panose="020B0A04020102020204" pitchFamily="34" charset="0"/>
              </a:rPr>
              <a:t>Roles del equipo</a:t>
            </a:r>
          </a:p>
          <a:p>
            <a:pPr algn="ctr"/>
            <a:endParaRPr lang="es-CO" sz="3200" dirty="0">
              <a:solidFill>
                <a:schemeClr val="bg1"/>
              </a:solidFill>
              <a:latin typeface="Arial Black" panose="020B0A04020102020204" pitchFamily="34" charset="0"/>
            </a:endParaRPr>
          </a:p>
        </p:txBody>
      </p:sp>
      <p:graphicFrame>
        <p:nvGraphicFramePr>
          <p:cNvPr id="3" name="Tabla 2">
            <a:extLst>
              <a:ext uri="{FF2B5EF4-FFF2-40B4-BE49-F238E27FC236}">
                <a16:creationId xmlns:a16="http://schemas.microsoft.com/office/drawing/2014/main" id="{05E5358C-BABD-E5A6-E635-79A6E8C661BA}"/>
              </a:ext>
            </a:extLst>
          </p:cNvPr>
          <p:cNvGraphicFramePr>
            <a:graphicFrameLocks noGrp="1"/>
          </p:cNvGraphicFramePr>
          <p:nvPr>
            <p:extLst>
              <p:ext uri="{D42A27DB-BD31-4B8C-83A1-F6EECF244321}">
                <p14:modId xmlns:p14="http://schemas.microsoft.com/office/powerpoint/2010/main" val="3846819797"/>
              </p:ext>
            </p:extLst>
          </p:nvPr>
        </p:nvGraphicFramePr>
        <p:xfrm>
          <a:off x="1909170" y="2591404"/>
          <a:ext cx="8128000" cy="2346356"/>
        </p:xfrm>
        <a:graphic>
          <a:graphicData uri="http://schemas.openxmlformats.org/drawingml/2006/table">
            <a:tbl>
              <a:tblPr firstRow="1" bandRow="1">
                <a:tableStyleId>{5A111915-BE36-4E01-A7E5-04B1672EAD32}</a:tableStyleId>
              </a:tblPr>
              <a:tblGrid>
                <a:gridCol w="4064000">
                  <a:extLst>
                    <a:ext uri="{9D8B030D-6E8A-4147-A177-3AD203B41FA5}">
                      <a16:colId xmlns:a16="http://schemas.microsoft.com/office/drawing/2014/main" val="2516273968"/>
                    </a:ext>
                  </a:extLst>
                </a:gridCol>
                <a:gridCol w="4064000">
                  <a:extLst>
                    <a:ext uri="{9D8B030D-6E8A-4147-A177-3AD203B41FA5}">
                      <a16:colId xmlns:a16="http://schemas.microsoft.com/office/drawing/2014/main" val="2525718360"/>
                    </a:ext>
                  </a:extLst>
                </a:gridCol>
              </a:tblGrid>
              <a:tr h="370840">
                <a:tc>
                  <a:txBody>
                    <a:bodyPr/>
                    <a:lstStyle/>
                    <a:p>
                      <a:r>
                        <a:rPr lang="es-CO" sz="2000" dirty="0"/>
                        <a:t>Fiesta</a:t>
                      </a:r>
                      <a:endParaRPr lang="es-CO" dirty="0"/>
                    </a:p>
                  </a:txBody>
                  <a:tcPr/>
                </a:tc>
                <a:tc>
                  <a:txBody>
                    <a:bodyPr/>
                    <a:lstStyle/>
                    <a:p>
                      <a:r>
                        <a:rPr lang="es-CO" sz="2000" dirty="0"/>
                        <a:t>Rol Scrum</a:t>
                      </a:r>
                      <a:endParaRPr lang="es-CO" dirty="0"/>
                    </a:p>
                  </a:txBody>
                  <a:tcPr/>
                </a:tc>
                <a:extLst>
                  <a:ext uri="{0D108BD9-81ED-4DB2-BD59-A6C34878D82A}">
                    <a16:rowId xmlns:a16="http://schemas.microsoft.com/office/drawing/2014/main" val="1331267747"/>
                  </a:ext>
                </a:extLst>
              </a:tr>
              <a:tr h="370840">
                <a:tc>
                  <a:txBody>
                    <a:bodyPr/>
                    <a:lstStyle/>
                    <a:p>
                      <a:r>
                        <a:rPr lang="es-CO" dirty="0">
                          <a:solidFill>
                            <a:schemeClr val="bg1"/>
                          </a:solidFill>
                        </a:rPr>
                        <a:t>Organizador principal</a:t>
                      </a:r>
                    </a:p>
                  </a:txBody>
                  <a:tcPr/>
                </a:tc>
                <a:tc>
                  <a:txBody>
                    <a:bodyPr/>
                    <a:lstStyle/>
                    <a:p>
                      <a:pPr marL="0" algn="l" defTabSz="914400" rtl="0" eaLnBrk="1" latinLnBrk="0" hangingPunct="1"/>
                      <a:r>
                        <a:rPr lang="es-CO" sz="1800" kern="1200" dirty="0" err="1">
                          <a:solidFill>
                            <a:schemeClr val="bg1"/>
                          </a:solidFill>
                          <a:latin typeface="+mn-lt"/>
                          <a:ea typeface="+mn-ea"/>
                          <a:cs typeface="+mn-cs"/>
                        </a:rPr>
                        <a:t>Product</a:t>
                      </a:r>
                      <a:r>
                        <a:rPr lang="es-CO" sz="1800" kern="1200" dirty="0">
                          <a:solidFill>
                            <a:schemeClr val="bg1"/>
                          </a:solidFill>
                          <a:latin typeface="+mn-lt"/>
                          <a:ea typeface="+mn-ea"/>
                          <a:cs typeface="+mn-cs"/>
                        </a:rPr>
                        <a:t> Owner</a:t>
                      </a:r>
                    </a:p>
                  </a:txBody>
                  <a:tcPr/>
                </a:tc>
                <a:extLst>
                  <a:ext uri="{0D108BD9-81ED-4DB2-BD59-A6C34878D82A}">
                    <a16:rowId xmlns:a16="http://schemas.microsoft.com/office/drawing/2014/main" val="4067385265"/>
                  </a:ext>
                </a:extLst>
              </a:tr>
              <a:tr h="370840">
                <a:tc>
                  <a:txBody>
                    <a:bodyPr/>
                    <a:lstStyle/>
                    <a:p>
                      <a:pPr marL="0" algn="l" defTabSz="914400" rtl="0" eaLnBrk="1" latinLnBrk="0" hangingPunct="1"/>
                      <a:r>
                        <a:rPr lang="es-CO" sz="1800" kern="1200" dirty="0">
                          <a:solidFill>
                            <a:schemeClr val="bg1"/>
                          </a:solidFill>
                          <a:latin typeface="+mn-lt"/>
                          <a:ea typeface="+mn-ea"/>
                          <a:cs typeface="+mn-cs"/>
                        </a:rPr>
                        <a:t>Coordinador del evento</a:t>
                      </a:r>
                    </a:p>
                  </a:txBody>
                  <a:tcPr/>
                </a:tc>
                <a:tc>
                  <a:txBody>
                    <a:bodyPr/>
                    <a:lstStyle/>
                    <a:p>
                      <a:pPr marL="0" algn="l" defTabSz="914400" rtl="0" eaLnBrk="1" latinLnBrk="0" hangingPunct="1"/>
                      <a:r>
                        <a:rPr lang="es-CO" sz="1800" kern="1200" dirty="0">
                          <a:solidFill>
                            <a:schemeClr val="bg1"/>
                          </a:solidFill>
                          <a:latin typeface="+mn-lt"/>
                          <a:ea typeface="+mn-ea"/>
                          <a:cs typeface="+mn-cs"/>
                        </a:rPr>
                        <a:t>Scrum master</a:t>
                      </a:r>
                    </a:p>
                  </a:txBody>
                  <a:tcPr/>
                </a:tc>
                <a:extLst>
                  <a:ext uri="{0D108BD9-81ED-4DB2-BD59-A6C34878D82A}">
                    <a16:rowId xmlns:a16="http://schemas.microsoft.com/office/drawing/2014/main" val="746191427"/>
                  </a:ext>
                </a:extLst>
              </a:tr>
              <a:tr h="370840">
                <a:tc>
                  <a:txBody>
                    <a:bodyPr/>
                    <a:lstStyle/>
                    <a:p>
                      <a:pPr marL="0" algn="l" defTabSz="914400" rtl="0" eaLnBrk="1" latinLnBrk="0" hangingPunct="1"/>
                      <a:r>
                        <a:rPr lang="es-CO" sz="1800" kern="1200" dirty="0">
                          <a:solidFill>
                            <a:schemeClr val="bg1"/>
                          </a:solidFill>
                          <a:latin typeface="+mn-lt"/>
                          <a:ea typeface="+mn-ea"/>
                          <a:cs typeface="+mn-cs"/>
                        </a:rPr>
                        <a:t>Cocineros y decoradores</a:t>
                      </a:r>
                    </a:p>
                  </a:txBody>
                  <a:tcPr/>
                </a:tc>
                <a:tc>
                  <a:txBody>
                    <a:bodyPr/>
                    <a:lstStyle/>
                    <a:p>
                      <a:pPr marL="0" algn="l" defTabSz="914400" rtl="0" eaLnBrk="1" latinLnBrk="0" hangingPunct="1"/>
                      <a:r>
                        <a:rPr lang="es-CO" sz="1800" kern="1200" dirty="0" err="1">
                          <a:solidFill>
                            <a:schemeClr val="bg1"/>
                          </a:solidFill>
                          <a:latin typeface="+mn-lt"/>
                          <a:ea typeface="+mn-ea"/>
                          <a:cs typeface="+mn-cs"/>
                        </a:rPr>
                        <a:t>Developers</a:t>
                      </a:r>
                      <a:endParaRPr lang="es-CO" sz="1800" kern="1200" dirty="0">
                        <a:solidFill>
                          <a:schemeClr val="bg1"/>
                        </a:solidFill>
                        <a:latin typeface="+mn-lt"/>
                        <a:ea typeface="+mn-ea"/>
                        <a:cs typeface="+mn-cs"/>
                      </a:endParaRPr>
                    </a:p>
                  </a:txBody>
                  <a:tcPr/>
                </a:tc>
                <a:extLst>
                  <a:ext uri="{0D108BD9-81ED-4DB2-BD59-A6C34878D82A}">
                    <a16:rowId xmlns:a16="http://schemas.microsoft.com/office/drawing/2014/main" val="1612371556"/>
                  </a:ext>
                </a:extLst>
              </a:tr>
              <a:tr h="471836">
                <a:tc>
                  <a:txBody>
                    <a:bodyPr/>
                    <a:lstStyle/>
                    <a:p>
                      <a:pPr marL="0" algn="l" defTabSz="914400" rtl="0" eaLnBrk="1" latinLnBrk="0" hangingPunct="1"/>
                      <a:r>
                        <a:rPr lang="es-CO" sz="1800" kern="1200" dirty="0">
                          <a:solidFill>
                            <a:schemeClr val="bg1"/>
                          </a:solidFill>
                          <a:latin typeface="+mn-lt"/>
                          <a:ea typeface="+mn-ea"/>
                          <a:cs typeface="+mn-cs"/>
                        </a:rPr>
                        <a:t>Personas que revisan calidad</a:t>
                      </a:r>
                    </a:p>
                  </a:txBody>
                  <a:tcPr/>
                </a:tc>
                <a:tc>
                  <a:txBody>
                    <a:bodyPr/>
                    <a:lstStyle/>
                    <a:p>
                      <a:pPr marL="0" algn="l" defTabSz="914400" rtl="0" eaLnBrk="1" latinLnBrk="0" hangingPunct="1"/>
                      <a:r>
                        <a:rPr lang="es-CO" sz="1800" kern="1200" dirty="0">
                          <a:solidFill>
                            <a:schemeClr val="bg1"/>
                          </a:solidFill>
                          <a:latin typeface="+mn-lt"/>
                          <a:ea typeface="+mn-ea"/>
                          <a:cs typeface="+mn-cs"/>
                        </a:rPr>
                        <a:t>QA/</a:t>
                      </a:r>
                      <a:r>
                        <a:rPr lang="es-CO" sz="1800" kern="1200" dirty="0" err="1">
                          <a:solidFill>
                            <a:schemeClr val="bg1"/>
                          </a:solidFill>
                          <a:latin typeface="+mn-lt"/>
                          <a:ea typeface="+mn-ea"/>
                          <a:cs typeface="+mn-cs"/>
                        </a:rPr>
                        <a:t>Testers</a:t>
                      </a:r>
                      <a:endParaRPr lang="es-CO" sz="1800" kern="1200" dirty="0">
                        <a:solidFill>
                          <a:schemeClr val="bg1"/>
                        </a:solidFill>
                        <a:latin typeface="+mn-lt"/>
                        <a:ea typeface="+mn-ea"/>
                        <a:cs typeface="+mn-cs"/>
                      </a:endParaRPr>
                    </a:p>
                  </a:txBody>
                  <a:tcPr/>
                </a:tc>
                <a:extLst>
                  <a:ext uri="{0D108BD9-81ED-4DB2-BD59-A6C34878D82A}">
                    <a16:rowId xmlns:a16="http://schemas.microsoft.com/office/drawing/2014/main" val="370590607"/>
                  </a:ext>
                </a:extLst>
              </a:tr>
              <a:tr h="0">
                <a:tc>
                  <a:txBody>
                    <a:bodyPr/>
                    <a:lstStyle/>
                    <a:p>
                      <a:pPr marL="0" algn="l" defTabSz="914400" rtl="0" eaLnBrk="1" latinLnBrk="0" hangingPunct="1"/>
                      <a:endParaRPr lang="es-CO" sz="1800" kern="1200" dirty="0">
                        <a:solidFill>
                          <a:schemeClr val="bg1"/>
                        </a:solidFill>
                        <a:latin typeface="+mn-lt"/>
                        <a:ea typeface="+mn-ea"/>
                        <a:cs typeface="+mn-cs"/>
                      </a:endParaRPr>
                    </a:p>
                  </a:txBody>
                  <a:tcPr/>
                </a:tc>
                <a:tc>
                  <a:txBody>
                    <a:bodyPr/>
                    <a:lstStyle/>
                    <a:p>
                      <a:pPr marL="0" algn="l" defTabSz="914400" rtl="0" eaLnBrk="1" latinLnBrk="0" hangingPunct="1"/>
                      <a:endParaRPr lang="es-CO" sz="1800" kern="1200" dirty="0">
                        <a:solidFill>
                          <a:schemeClr val="bg1"/>
                        </a:solidFill>
                        <a:latin typeface="+mn-lt"/>
                        <a:ea typeface="+mn-ea"/>
                        <a:cs typeface="+mn-cs"/>
                      </a:endParaRPr>
                    </a:p>
                  </a:txBody>
                  <a:tcPr/>
                </a:tc>
                <a:extLst>
                  <a:ext uri="{0D108BD9-81ED-4DB2-BD59-A6C34878D82A}">
                    <a16:rowId xmlns:a16="http://schemas.microsoft.com/office/drawing/2014/main" val="1838072625"/>
                  </a:ext>
                </a:extLst>
              </a:tr>
            </a:tbl>
          </a:graphicData>
        </a:graphic>
      </p:graphicFrame>
      <p:sp>
        <p:nvSpPr>
          <p:cNvPr id="5" name="CuadroTexto 4">
            <a:hlinkClick r:id="rId2" action="ppaction://hlinkfile"/>
            <a:extLst>
              <a:ext uri="{FF2B5EF4-FFF2-40B4-BE49-F238E27FC236}">
                <a16:creationId xmlns:a16="http://schemas.microsoft.com/office/drawing/2014/main" id="{DFAE687D-7D6C-9DCE-3D68-B4259FF43CFE}"/>
              </a:ext>
            </a:extLst>
          </p:cNvPr>
          <p:cNvSpPr txBox="1"/>
          <p:nvPr/>
        </p:nvSpPr>
        <p:spPr>
          <a:xfrm>
            <a:off x="2192634" y="5413248"/>
            <a:ext cx="7397496" cy="646331"/>
          </a:xfrm>
          <a:prstGeom prst="rect">
            <a:avLst/>
          </a:prstGeom>
          <a:noFill/>
        </p:spPr>
        <p:txBody>
          <a:bodyPr wrap="square" rtlCol="0">
            <a:spAutoFit/>
          </a:bodyPr>
          <a:lstStyle/>
          <a:p>
            <a:r>
              <a:rPr lang="es-CO" dirty="0">
                <a:solidFill>
                  <a:schemeClr val="bg1"/>
                </a:solidFill>
                <a:hlinkClick r:id="rId2" action="ppaction://hlinkfile">
                  <a:extLst>
                    <a:ext uri="{A12FA001-AC4F-418D-AE19-62706E023703}">
                      <ahyp:hlinkClr xmlns:ahyp="http://schemas.microsoft.com/office/drawing/2018/hyperlinkcolor" val="tx"/>
                    </a:ext>
                  </a:extLst>
                </a:hlinkClick>
              </a:rPr>
              <a:t>Cronograma</a:t>
            </a:r>
          </a:p>
          <a:p>
            <a:r>
              <a:rPr lang="es-CO" dirty="0">
                <a:solidFill>
                  <a:schemeClr val="bg1"/>
                </a:solidFill>
                <a:hlinkClick r:id="rId2" action="ppaction://hlinkfile">
                  <a:extLst>
                    <a:ext uri="{A12FA001-AC4F-418D-AE19-62706E023703}">
                      <ahyp:hlinkClr xmlns:ahyp="http://schemas.microsoft.com/office/drawing/2018/hyperlinkcolor" val="tx"/>
                    </a:ext>
                  </a:extLst>
                </a:hlinkClick>
              </a:rPr>
              <a:t>Cronograma.xlsx</a:t>
            </a:r>
            <a:endParaRPr lang="es-CO" dirty="0">
              <a:solidFill>
                <a:schemeClr val="bg1"/>
              </a:solidFill>
            </a:endParaRPr>
          </a:p>
        </p:txBody>
      </p:sp>
    </p:spTree>
    <p:extLst>
      <p:ext uri="{BB962C8B-B14F-4D97-AF65-F5344CB8AC3E}">
        <p14:creationId xmlns:p14="http://schemas.microsoft.com/office/powerpoint/2010/main" val="394612239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chemeClr val="accent5">
            <a:lumMod val="60000"/>
            <a:lumOff val="40000"/>
          </a:schemeClr>
        </a:solidFill>
        <a:effectLst/>
      </p:bgPr>
    </p:bg>
    <p:spTree>
      <p:nvGrpSpPr>
        <p:cNvPr id="1" name="">
          <a:extLst>
            <a:ext uri="{FF2B5EF4-FFF2-40B4-BE49-F238E27FC236}">
              <a16:creationId xmlns:a16="http://schemas.microsoft.com/office/drawing/2014/main" id="{A9FBF32C-AB44-176E-6B61-69BF0CA08881}"/>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73B366F2-2566-0CCB-01D6-DBDB62667E63}"/>
              </a:ext>
            </a:extLst>
          </p:cNvPr>
          <p:cNvSpPr txBox="1"/>
          <p:nvPr/>
        </p:nvSpPr>
        <p:spPr>
          <a:xfrm>
            <a:off x="791570" y="529302"/>
            <a:ext cx="11109278" cy="2062103"/>
          </a:xfrm>
          <a:prstGeom prst="rect">
            <a:avLst/>
          </a:prstGeom>
          <a:noFill/>
        </p:spPr>
        <p:txBody>
          <a:bodyPr wrap="square" rtlCol="0">
            <a:spAutoFit/>
          </a:bodyPr>
          <a:lstStyle/>
          <a:p>
            <a:pPr algn="ctr"/>
            <a:r>
              <a:rPr lang="es-CO" sz="3200" dirty="0">
                <a:solidFill>
                  <a:schemeClr val="bg1"/>
                </a:solidFill>
                <a:latin typeface="Arial Black" panose="020B0A04020102020204" pitchFamily="34" charset="0"/>
              </a:rPr>
              <a:t>Stack tecnológico</a:t>
            </a:r>
          </a:p>
          <a:p>
            <a:pPr algn="ctr"/>
            <a:endParaRPr lang="es-CO" sz="3200" dirty="0">
              <a:solidFill>
                <a:schemeClr val="bg1"/>
              </a:solidFill>
              <a:latin typeface="Arial Black" panose="020B0A04020102020204" pitchFamily="34" charset="0"/>
            </a:endParaRPr>
          </a:p>
          <a:p>
            <a:r>
              <a:rPr lang="es-CO" sz="3200" dirty="0">
                <a:solidFill>
                  <a:schemeClr val="bg1"/>
                </a:solidFill>
                <a:latin typeface="Arial Black" panose="020B0A04020102020204" pitchFamily="34" charset="0"/>
              </a:rPr>
              <a:t>Herramientas de gestión</a:t>
            </a:r>
          </a:p>
          <a:p>
            <a:pPr algn="ctr"/>
            <a:endParaRPr lang="es-CO" sz="3200" dirty="0">
              <a:solidFill>
                <a:schemeClr val="bg1"/>
              </a:solidFill>
              <a:latin typeface="Arial Black" panose="020B0A04020102020204" pitchFamily="34" charset="0"/>
            </a:endParaRPr>
          </a:p>
        </p:txBody>
      </p:sp>
      <p:sp>
        <p:nvSpPr>
          <p:cNvPr id="5" name="CuadroTexto 4">
            <a:extLst>
              <a:ext uri="{FF2B5EF4-FFF2-40B4-BE49-F238E27FC236}">
                <a16:creationId xmlns:a16="http://schemas.microsoft.com/office/drawing/2014/main" id="{2BD6B6EC-E224-3242-3B56-BBBF9F48C5E7}"/>
              </a:ext>
            </a:extLst>
          </p:cNvPr>
          <p:cNvSpPr txBox="1"/>
          <p:nvPr/>
        </p:nvSpPr>
        <p:spPr>
          <a:xfrm>
            <a:off x="559558" y="2375399"/>
            <a:ext cx="11632442" cy="4247317"/>
          </a:xfrm>
          <a:prstGeom prst="rect">
            <a:avLst/>
          </a:prstGeom>
          <a:noFill/>
        </p:spPr>
        <p:txBody>
          <a:bodyPr wrap="square">
            <a:spAutoFit/>
          </a:bodyPr>
          <a:lstStyle/>
          <a:p>
            <a:r>
              <a:rPr lang="es-CO" dirty="0">
                <a:solidFill>
                  <a:schemeClr val="bg1"/>
                </a:solidFill>
                <a:latin typeface="Arial Narrow" panose="020B0606020202030204" pitchFamily="34" charset="0"/>
              </a:rPr>
              <a:t>Jira:</a:t>
            </a:r>
          </a:p>
          <a:p>
            <a:r>
              <a:rPr lang="es-CO" dirty="0">
                <a:solidFill>
                  <a:schemeClr val="bg1"/>
                </a:solidFill>
                <a:latin typeface="Arial Narrow" panose="020B0606020202030204" pitchFamily="34" charset="0"/>
              </a:rPr>
              <a:t>Se usaría para gestionar tareas, crear </a:t>
            </a:r>
            <a:r>
              <a:rPr lang="es-CO" dirty="0" err="1">
                <a:solidFill>
                  <a:schemeClr val="bg1"/>
                </a:solidFill>
                <a:latin typeface="Arial Narrow" panose="020B0606020202030204" pitchFamily="34" charset="0"/>
              </a:rPr>
              <a:t>sprints</a:t>
            </a:r>
            <a:r>
              <a:rPr lang="es-CO" dirty="0">
                <a:solidFill>
                  <a:schemeClr val="bg1"/>
                </a:solidFill>
                <a:latin typeface="Arial Narrow" panose="020B0606020202030204" pitchFamily="34" charset="0"/>
              </a:rPr>
              <a:t> y dar seguimiento al proyecto.</a:t>
            </a:r>
          </a:p>
          <a:p>
            <a:r>
              <a:rPr lang="es-CO" dirty="0">
                <a:solidFill>
                  <a:schemeClr val="bg1"/>
                </a:solidFill>
                <a:latin typeface="Arial Narrow" panose="020B0606020202030204" pitchFamily="34" charset="0"/>
              </a:rPr>
              <a:t>Es elegida porque es excelente para scrum y hacer seguimiento detallado.</a:t>
            </a:r>
          </a:p>
          <a:p>
            <a:endParaRPr lang="es-CO" dirty="0">
              <a:solidFill>
                <a:schemeClr val="bg1"/>
              </a:solidFill>
              <a:latin typeface="Arial Narrow" panose="020B0606020202030204" pitchFamily="34" charset="0"/>
            </a:endParaRPr>
          </a:p>
          <a:p>
            <a:r>
              <a:rPr lang="es-CO" dirty="0">
                <a:solidFill>
                  <a:schemeClr val="bg1"/>
                </a:solidFill>
                <a:latin typeface="Arial Narrow" panose="020B0606020202030204" pitchFamily="34" charset="0"/>
              </a:rPr>
              <a:t>Trello:</a:t>
            </a:r>
          </a:p>
          <a:p>
            <a:r>
              <a:rPr lang="es-CO" dirty="0">
                <a:solidFill>
                  <a:schemeClr val="bg1"/>
                </a:solidFill>
                <a:latin typeface="Arial Narrow" panose="020B0606020202030204" pitchFamily="34" charset="0"/>
              </a:rPr>
              <a:t>Ideal para organización visual, tableros simples, control de pendientes.</a:t>
            </a:r>
          </a:p>
          <a:p>
            <a:r>
              <a:rPr lang="es-CO" dirty="0">
                <a:solidFill>
                  <a:schemeClr val="bg1"/>
                </a:solidFill>
                <a:latin typeface="Arial Narrow" panose="020B0606020202030204" pitchFamily="34" charset="0"/>
              </a:rPr>
              <a:t>Es fácil de usar y muy visual.</a:t>
            </a:r>
          </a:p>
          <a:p>
            <a:endParaRPr lang="es-CO" dirty="0">
              <a:solidFill>
                <a:schemeClr val="bg1"/>
              </a:solidFill>
              <a:latin typeface="Arial Narrow" panose="020B0606020202030204" pitchFamily="34" charset="0"/>
            </a:endParaRPr>
          </a:p>
          <a:p>
            <a:r>
              <a:rPr lang="es-CO" dirty="0">
                <a:solidFill>
                  <a:schemeClr val="bg1"/>
                </a:solidFill>
                <a:latin typeface="Arial Narrow" panose="020B0606020202030204" pitchFamily="34" charset="0"/>
              </a:rPr>
              <a:t>Repositorio de código:</a:t>
            </a:r>
          </a:p>
          <a:p>
            <a:r>
              <a:rPr lang="es-CO" dirty="0">
                <a:solidFill>
                  <a:schemeClr val="bg1"/>
                </a:solidFill>
                <a:latin typeface="Arial Narrow" panose="020B0606020202030204" pitchFamily="34" charset="0"/>
              </a:rPr>
              <a:t>GitHub que permite guardar versiones del proyecto, permite el trabajo colaborativo y recuperar cambios.</a:t>
            </a:r>
          </a:p>
          <a:p>
            <a:r>
              <a:rPr lang="es-CO" dirty="0">
                <a:solidFill>
                  <a:schemeClr val="bg1"/>
                </a:solidFill>
                <a:latin typeface="Arial Narrow" panose="020B0606020202030204" pitchFamily="34" charset="0"/>
              </a:rPr>
              <a:t>Permite el control de versiones colaborativo y seguro.</a:t>
            </a:r>
          </a:p>
          <a:p>
            <a:endParaRPr lang="es-CO" dirty="0">
              <a:solidFill>
                <a:schemeClr val="bg1"/>
              </a:solidFill>
              <a:latin typeface="Arial Narrow" panose="020B0606020202030204" pitchFamily="34" charset="0"/>
            </a:endParaRPr>
          </a:p>
          <a:p>
            <a:r>
              <a:rPr lang="es-CO" dirty="0" err="1">
                <a:solidFill>
                  <a:schemeClr val="bg1"/>
                </a:solidFill>
                <a:latin typeface="Arial Narrow" panose="020B0606020202030204" pitchFamily="34" charset="0"/>
              </a:rPr>
              <a:t>Lucidchart</a:t>
            </a:r>
            <a:r>
              <a:rPr lang="es-CO" dirty="0">
                <a:solidFill>
                  <a:schemeClr val="bg1"/>
                </a:solidFill>
                <a:latin typeface="Arial Narrow" panose="020B0606020202030204" pitchFamily="34" charset="0"/>
              </a:rPr>
              <a:t>:</a:t>
            </a:r>
          </a:p>
          <a:p>
            <a:r>
              <a:rPr lang="es-CO" dirty="0">
                <a:solidFill>
                  <a:schemeClr val="bg1"/>
                </a:solidFill>
                <a:latin typeface="Arial Narrow" panose="020B0606020202030204" pitchFamily="34" charset="0"/>
              </a:rPr>
              <a:t>Para realizar diagramas UML y flujos de procesos, permite crear diagramas profesionales.</a:t>
            </a:r>
          </a:p>
          <a:p>
            <a:endParaRPr lang="es-CO"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144320963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208</TotalTime>
  <Words>787</Words>
  <Application>Microsoft Office PowerPoint</Application>
  <PresentationFormat>Panorámica</PresentationFormat>
  <Paragraphs>167</Paragraphs>
  <Slides>26</Slides>
  <Notes>0</Notes>
  <HiddenSlides>13</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26</vt:i4>
      </vt:variant>
    </vt:vector>
  </HeadingPairs>
  <TitlesOfParts>
    <vt:vector size="33" baseType="lpstr">
      <vt:lpstr>Aptos</vt:lpstr>
      <vt:lpstr>Aptos Display</vt:lpstr>
      <vt:lpstr>Arial</vt:lpstr>
      <vt:lpstr>Arial Black</vt:lpstr>
      <vt:lpstr>Arial Narrow</vt:lpstr>
      <vt:lpstr>Wingdings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HASBLEIDY PEREZ GIRALDO</dc:creator>
  <cp:lastModifiedBy>HASBLEIDY PEREZ GIRALDO</cp:lastModifiedBy>
  <cp:revision>1</cp:revision>
  <dcterms:created xsi:type="dcterms:W3CDTF">2026-05-24T20:26:04Z</dcterms:created>
  <dcterms:modified xsi:type="dcterms:W3CDTF">2026-05-24T23:54:47Z</dcterms:modified>
</cp:coreProperties>
</file>